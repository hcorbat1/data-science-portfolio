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4A75EE-7AB2-4510-A4D6-F6B2BD149B58}" v="34" dt="2026-04-30T16:19:41.8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14"/>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len Corbat" userId="bff20198d9db4ecb" providerId="LiveId" clId="{A864CEF2-92EE-415E-9881-B52EB48A335D}"/>
    <pc:docChg chg="undo custSel addSld modSld">
      <pc:chgData name="Helen Corbat" userId="bff20198d9db4ecb" providerId="LiveId" clId="{A864CEF2-92EE-415E-9881-B52EB48A335D}" dt="2026-04-30T16:19:44.120" v="288" actId="20577"/>
      <pc:docMkLst>
        <pc:docMk/>
      </pc:docMkLst>
      <pc:sldChg chg="modSp mod modNotesTx">
        <pc:chgData name="Helen Corbat" userId="bff20198d9db4ecb" providerId="LiveId" clId="{A864CEF2-92EE-415E-9881-B52EB48A335D}" dt="2026-04-29T21:49:35.356" v="17" actId="20577"/>
        <pc:sldMkLst>
          <pc:docMk/>
          <pc:sldMk cId="1419366615" sldId="256"/>
        </pc:sldMkLst>
        <pc:spChg chg="mod">
          <ac:chgData name="Helen Corbat" userId="bff20198d9db4ecb" providerId="LiveId" clId="{A864CEF2-92EE-415E-9881-B52EB48A335D}" dt="2026-04-29T21:48:37.464" v="0" actId="1076"/>
          <ac:spMkLst>
            <pc:docMk/>
            <pc:sldMk cId="1419366615" sldId="256"/>
            <ac:spMk id="50" creationId="{02076AEF-5679-F273-EB45-9C55FEB88A4C}"/>
          </ac:spMkLst>
        </pc:spChg>
      </pc:sldChg>
      <pc:sldChg chg="addSp delSp modSp new mod setBg">
        <pc:chgData name="Helen Corbat" userId="bff20198d9db4ecb" providerId="LiveId" clId="{A864CEF2-92EE-415E-9881-B52EB48A335D}" dt="2026-04-29T21:52:24.573" v="63" actId="1076"/>
        <pc:sldMkLst>
          <pc:docMk/>
          <pc:sldMk cId="3779567730" sldId="257"/>
        </pc:sldMkLst>
        <pc:spChg chg="mod">
          <ac:chgData name="Helen Corbat" userId="bff20198d9db4ecb" providerId="LiveId" clId="{A864CEF2-92EE-415E-9881-B52EB48A335D}" dt="2026-04-29T21:51:55.851" v="58" actId="26606"/>
          <ac:spMkLst>
            <pc:docMk/>
            <pc:sldMk cId="3779567730" sldId="257"/>
            <ac:spMk id="2" creationId="{82D6019A-B251-D527-5DB4-2917E4691065}"/>
          </ac:spMkLst>
        </pc:spChg>
        <pc:spChg chg="add del mod">
          <ac:chgData name="Helen Corbat" userId="bff20198d9db4ecb" providerId="LiveId" clId="{A864CEF2-92EE-415E-9881-B52EB48A335D}" dt="2026-04-29T21:51:55.851" v="58" actId="26606"/>
          <ac:spMkLst>
            <pc:docMk/>
            <pc:sldMk cId="3779567730" sldId="257"/>
            <ac:spMk id="3" creationId="{35AADEF7-2CEA-F596-A6DC-B77F0DEC9BC6}"/>
          </ac:spMkLst>
        </pc:spChg>
        <pc:spChg chg="add del mod">
          <ac:chgData name="Helen Corbat" userId="bff20198d9db4ecb" providerId="LiveId" clId="{A864CEF2-92EE-415E-9881-B52EB48A335D}" dt="2026-04-29T21:51:34.459" v="51" actId="478"/>
          <ac:spMkLst>
            <pc:docMk/>
            <pc:sldMk cId="3779567730" sldId="257"/>
            <ac:spMk id="5" creationId="{7E39D50B-8CF1-8A5F-8FAB-233BC4734A27}"/>
          </ac:spMkLst>
        </pc:spChg>
        <pc:spChg chg="add del">
          <ac:chgData name="Helen Corbat" userId="bff20198d9db4ecb" providerId="LiveId" clId="{A864CEF2-92EE-415E-9881-B52EB48A335D}" dt="2026-04-29T21:51:55.851" v="57" actId="26606"/>
          <ac:spMkLst>
            <pc:docMk/>
            <pc:sldMk cId="3779567730" sldId="257"/>
            <ac:spMk id="9" creationId="{F592565B-E81C-4A1C-9667-7CBCF2AC58F4}"/>
          </ac:spMkLst>
        </pc:spChg>
        <pc:spChg chg="add del">
          <ac:chgData name="Helen Corbat" userId="bff20198d9db4ecb" providerId="LiveId" clId="{A864CEF2-92EE-415E-9881-B52EB48A335D}" dt="2026-04-29T21:51:55.851" v="57" actId="26606"/>
          <ac:spMkLst>
            <pc:docMk/>
            <pc:sldMk cId="3779567730" sldId="257"/>
            <ac:spMk id="10" creationId="{35AADEF7-2CEA-F596-A6DC-B77F0DEC9BC6}"/>
          </ac:spMkLst>
        </pc:spChg>
        <pc:spChg chg="add del">
          <ac:chgData name="Helen Corbat" userId="bff20198d9db4ecb" providerId="LiveId" clId="{A864CEF2-92EE-415E-9881-B52EB48A335D}" dt="2026-04-29T21:51:55.851" v="57" actId="26606"/>
          <ac:spMkLst>
            <pc:docMk/>
            <pc:sldMk cId="3779567730" sldId="257"/>
            <ac:spMk id="11" creationId="{7F914DDC-D2A9-4C86-B057-CDBB8F174201}"/>
          </ac:spMkLst>
        </pc:spChg>
        <pc:spChg chg="add del">
          <ac:chgData name="Helen Corbat" userId="bff20198d9db4ecb" providerId="LiveId" clId="{A864CEF2-92EE-415E-9881-B52EB48A335D}" dt="2026-04-29T21:51:55.851" v="57" actId="26606"/>
          <ac:spMkLst>
            <pc:docMk/>
            <pc:sldMk cId="3779567730" sldId="257"/>
            <ac:spMk id="13" creationId="{A39C7114-BEDD-41AE-8645-0502136A65FA}"/>
          </ac:spMkLst>
        </pc:spChg>
        <pc:spChg chg="add mod">
          <ac:chgData name="Helen Corbat" userId="bff20198d9db4ecb" providerId="LiveId" clId="{A864CEF2-92EE-415E-9881-B52EB48A335D}" dt="2026-04-29T21:52:24.573" v="63" actId="1076"/>
          <ac:spMkLst>
            <pc:docMk/>
            <pc:sldMk cId="3779567730" sldId="257"/>
            <ac:spMk id="14" creationId="{ECACC8ED-449D-AFB4-4F4A-E25B617F01E2}"/>
          </ac:spMkLst>
        </pc:spChg>
        <pc:spChg chg="add">
          <ac:chgData name="Helen Corbat" userId="bff20198d9db4ecb" providerId="LiveId" clId="{A864CEF2-92EE-415E-9881-B52EB48A335D}" dt="2026-04-29T21:51:55.851" v="58" actId="26606"/>
          <ac:spMkLst>
            <pc:docMk/>
            <pc:sldMk cId="3779567730" sldId="257"/>
            <ac:spMk id="15" creationId="{BD496F58-731B-4833-93F9-53192FC219DE}"/>
          </ac:spMkLst>
        </pc:spChg>
        <pc:spChg chg="add">
          <ac:chgData name="Helen Corbat" userId="bff20198d9db4ecb" providerId="LiveId" clId="{A864CEF2-92EE-415E-9881-B52EB48A335D}" dt="2026-04-29T21:51:55.851" v="58" actId="26606"/>
          <ac:spMkLst>
            <pc:docMk/>
            <pc:sldMk cId="3779567730" sldId="257"/>
            <ac:spMk id="16" creationId="{195B3A3C-971D-4F24-9512-C9E4590CAD80}"/>
          </ac:spMkLst>
        </pc:spChg>
        <pc:spChg chg="add">
          <ac:chgData name="Helen Corbat" userId="bff20198d9db4ecb" providerId="LiveId" clId="{A864CEF2-92EE-415E-9881-B52EB48A335D}" dt="2026-04-29T21:51:55.851" v="58" actId="26606"/>
          <ac:spMkLst>
            <pc:docMk/>
            <pc:sldMk cId="3779567730" sldId="257"/>
            <ac:spMk id="17" creationId="{35AADEF7-2CEA-F596-A6DC-B77F0DEC9BC6}"/>
          </ac:spMkLst>
        </pc:spChg>
        <pc:graphicFrameChg chg="add del">
          <ac:chgData name="Helen Corbat" userId="bff20198d9db4ecb" providerId="LiveId" clId="{A864CEF2-92EE-415E-9881-B52EB48A335D}" dt="2026-04-29T21:51:44.091" v="53" actId="26606"/>
          <ac:graphicFrameMkLst>
            <pc:docMk/>
            <pc:sldMk cId="3779567730" sldId="257"/>
            <ac:graphicFrameMk id="6" creationId="{04BF8C1B-1162-3164-D376-BFC77BF0F20B}"/>
          </ac:graphicFrameMkLst>
        </pc:graphicFrameChg>
        <pc:graphicFrameChg chg="add del">
          <ac:chgData name="Helen Corbat" userId="bff20198d9db4ecb" providerId="LiveId" clId="{A864CEF2-92EE-415E-9881-B52EB48A335D}" dt="2026-04-29T21:51:53.965" v="55" actId="26606"/>
          <ac:graphicFrameMkLst>
            <pc:docMk/>
            <pc:sldMk cId="3779567730" sldId="257"/>
            <ac:graphicFrameMk id="8" creationId="{0BB3B0CF-E7C2-568D-CCC6-FDBE323196E3}"/>
          </ac:graphicFrameMkLst>
        </pc:graphicFrameChg>
        <pc:picChg chg="add del">
          <ac:chgData name="Helen Corbat" userId="bff20198d9db4ecb" providerId="LiveId" clId="{A864CEF2-92EE-415E-9881-B52EB48A335D}" dt="2026-04-29T21:51:55.851" v="57" actId="26606"/>
          <ac:picMkLst>
            <pc:docMk/>
            <pc:sldMk cId="3779567730" sldId="257"/>
            <ac:picMk id="12" creationId="{216538A1-C853-4E9A-E9C2-C780EE843090}"/>
          </ac:picMkLst>
        </pc:picChg>
        <pc:picChg chg="add">
          <ac:chgData name="Helen Corbat" userId="bff20198d9db4ecb" providerId="LiveId" clId="{A864CEF2-92EE-415E-9881-B52EB48A335D}" dt="2026-04-29T21:51:55.851" v="58" actId="26606"/>
          <ac:picMkLst>
            <pc:docMk/>
            <pc:sldMk cId="3779567730" sldId="257"/>
            <ac:picMk id="18" creationId="{D53609A4-0E01-83EC-53BC-86296F730A48}"/>
          </ac:picMkLst>
        </pc:picChg>
      </pc:sldChg>
      <pc:sldChg chg="addSp delSp modSp new mod setBg">
        <pc:chgData name="Helen Corbat" userId="bff20198d9db4ecb" providerId="LiveId" clId="{A864CEF2-92EE-415E-9881-B52EB48A335D}" dt="2026-04-29T21:58:41.224" v="113" actId="478"/>
        <pc:sldMkLst>
          <pc:docMk/>
          <pc:sldMk cId="1767700863" sldId="258"/>
        </pc:sldMkLst>
        <pc:spChg chg="mod">
          <ac:chgData name="Helen Corbat" userId="bff20198d9db4ecb" providerId="LiveId" clId="{A864CEF2-92EE-415E-9881-B52EB48A335D}" dt="2026-04-29T21:58:20.752" v="109" actId="26606"/>
          <ac:spMkLst>
            <pc:docMk/>
            <pc:sldMk cId="1767700863" sldId="258"/>
            <ac:spMk id="2" creationId="{3C57625F-EEAE-01FC-602C-30594EF7CC58}"/>
          </ac:spMkLst>
        </pc:spChg>
        <pc:spChg chg="add del mod">
          <ac:chgData name="Helen Corbat" userId="bff20198d9db4ecb" providerId="LiveId" clId="{A864CEF2-92EE-415E-9881-B52EB48A335D}" dt="2026-04-29T21:58:20.752" v="109" actId="26606"/>
          <ac:spMkLst>
            <pc:docMk/>
            <pc:sldMk cId="1767700863" sldId="258"/>
            <ac:spMk id="3" creationId="{17383FE6-E909-FB7A-FBAF-FC28CA348815}"/>
          </ac:spMkLst>
        </pc:spChg>
        <pc:spChg chg="add del mod">
          <ac:chgData name="Helen Corbat" userId="bff20198d9db4ecb" providerId="LiveId" clId="{A864CEF2-92EE-415E-9881-B52EB48A335D}" dt="2026-04-29T21:57:44.929" v="104" actId="478"/>
          <ac:spMkLst>
            <pc:docMk/>
            <pc:sldMk cId="1767700863" sldId="258"/>
            <ac:spMk id="5" creationId="{ADC1ECF8-C6F3-ADCD-42B9-105211E01E56}"/>
          </ac:spMkLst>
        </pc:spChg>
        <pc:spChg chg="add del mod">
          <ac:chgData name="Helen Corbat" userId="bff20198d9db4ecb" providerId="LiveId" clId="{A864CEF2-92EE-415E-9881-B52EB48A335D}" dt="2026-04-29T21:58:41.224" v="113" actId="478"/>
          <ac:spMkLst>
            <pc:docMk/>
            <pc:sldMk cId="1767700863" sldId="258"/>
            <ac:spMk id="8" creationId="{619C21C8-B682-28CA-2911-F65B0329F55F}"/>
          </ac:spMkLst>
        </pc:spChg>
        <pc:spChg chg="add del">
          <ac:chgData name="Helen Corbat" userId="bff20198d9db4ecb" providerId="LiveId" clId="{A864CEF2-92EE-415E-9881-B52EB48A335D}" dt="2026-04-29T21:58:02.215" v="106" actId="26606"/>
          <ac:spMkLst>
            <pc:docMk/>
            <pc:sldMk cId="1767700863" sldId="258"/>
            <ac:spMk id="9" creationId="{95B4416B-38BB-4877-A487-E9DD15F7B8EC}"/>
          </ac:spMkLst>
        </pc:spChg>
        <pc:spChg chg="add del">
          <ac:chgData name="Helen Corbat" userId="bff20198d9db4ecb" providerId="LiveId" clId="{A864CEF2-92EE-415E-9881-B52EB48A335D}" dt="2026-04-29T21:58:02.215" v="106" actId="26606"/>
          <ac:spMkLst>
            <pc:docMk/>
            <pc:sldMk cId="1767700863" sldId="258"/>
            <ac:spMk id="11" creationId="{17C3AB18-3A6A-4986-BACC-5F6761D847AF}"/>
          </ac:spMkLst>
        </pc:spChg>
        <pc:spChg chg="add del">
          <ac:chgData name="Helen Corbat" userId="bff20198d9db4ecb" providerId="LiveId" clId="{A864CEF2-92EE-415E-9881-B52EB48A335D}" dt="2026-04-29T21:58:20.712" v="108" actId="26606"/>
          <ac:spMkLst>
            <pc:docMk/>
            <pc:sldMk cId="1767700863" sldId="258"/>
            <ac:spMk id="13" creationId="{95B4416B-38BB-4877-A487-E9DD15F7B8EC}"/>
          </ac:spMkLst>
        </pc:spChg>
        <pc:spChg chg="add del">
          <ac:chgData name="Helen Corbat" userId="bff20198d9db4ecb" providerId="LiveId" clId="{A864CEF2-92EE-415E-9881-B52EB48A335D}" dt="2026-04-29T21:58:20.712" v="108" actId="26606"/>
          <ac:spMkLst>
            <pc:docMk/>
            <pc:sldMk cId="1767700863" sldId="258"/>
            <ac:spMk id="14" creationId="{17C3AB18-3A6A-4986-BACC-5F6761D847AF}"/>
          </ac:spMkLst>
        </pc:spChg>
        <pc:spChg chg="add">
          <ac:chgData name="Helen Corbat" userId="bff20198d9db4ecb" providerId="LiveId" clId="{A864CEF2-92EE-415E-9881-B52EB48A335D}" dt="2026-04-29T21:58:20.752" v="109" actId="26606"/>
          <ac:spMkLst>
            <pc:docMk/>
            <pc:sldMk cId="1767700863" sldId="258"/>
            <ac:spMk id="17" creationId="{90FE9CC2-BA24-47CD-AE5E-A6BB2A464C75}"/>
          </ac:spMkLst>
        </pc:spChg>
        <pc:spChg chg="add">
          <ac:chgData name="Helen Corbat" userId="bff20198d9db4ecb" providerId="LiveId" clId="{A864CEF2-92EE-415E-9881-B52EB48A335D}" dt="2026-04-29T21:58:20.752" v="109" actId="26606"/>
          <ac:spMkLst>
            <pc:docMk/>
            <pc:sldMk cId="1767700863" sldId="258"/>
            <ac:spMk id="18" creationId="{53B5E4CD-D48B-4BA2-A183-C7F932AA6E05}"/>
          </ac:spMkLst>
        </pc:spChg>
        <pc:graphicFrameChg chg="add del">
          <ac:chgData name="Helen Corbat" userId="bff20198d9db4ecb" providerId="LiveId" clId="{A864CEF2-92EE-415E-9881-B52EB48A335D}" dt="2026-04-29T21:58:02.215" v="106" actId="26606"/>
          <ac:graphicFrameMkLst>
            <pc:docMk/>
            <pc:sldMk cId="1767700863" sldId="258"/>
            <ac:graphicFrameMk id="6" creationId="{5B11D06E-0898-625B-08F5-246D32E76813}"/>
          </ac:graphicFrameMkLst>
        </pc:graphicFrameChg>
        <pc:graphicFrameChg chg="add del">
          <ac:chgData name="Helen Corbat" userId="bff20198d9db4ecb" providerId="LiveId" clId="{A864CEF2-92EE-415E-9881-B52EB48A335D}" dt="2026-04-29T21:58:20.712" v="108" actId="26606"/>
          <ac:graphicFrameMkLst>
            <pc:docMk/>
            <pc:sldMk cId="1767700863" sldId="258"/>
            <ac:graphicFrameMk id="15" creationId="{1F9CEA83-4145-95C8-F0FC-E630D4D2CAB2}"/>
          </ac:graphicFrameMkLst>
        </pc:graphicFrameChg>
        <pc:graphicFrameChg chg="add">
          <ac:chgData name="Helen Corbat" userId="bff20198d9db4ecb" providerId="LiveId" clId="{A864CEF2-92EE-415E-9881-B52EB48A335D}" dt="2026-04-29T21:58:20.752" v="109" actId="26606"/>
          <ac:graphicFrameMkLst>
            <pc:docMk/>
            <pc:sldMk cId="1767700863" sldId="258"/>
            <ac:graphicFrameMk id="19" creationId="{C4261F23-382E-A1CC-0ED9-1BD7D39ADF1C}"/>
          </ac:graphicFrameMkLst>
        </pc:graphicFrameChg>
      </pc:sldChg>
      <pc:sldChg chg="addSp delSp modSp new mod setBg">
        <pc:chgData name="Helen Corbat" userId="bff20198d9db4ecb" providerId="LiveId" clId="{A864CEF2-92EE-415E-9881-B52EB48A335D}" dt="2026-04-29T21:59:12.377" v="123" actId="1076"/>
        <pc:sldMkLst>
          <pc:docMk/>
          <pc:sldMk cId="719983758" sldId="259"/>
        </pc:sldMkLst>
        <pc:spChg chg="mod">
          <ac:chgData name="Helen Corbat" userId="bff20198d9db4ecb" providerId="LiveId" clId="{A864CEF2-92EE-415E-9881-B52EB48A335D}" dt="2026-04-29T21:59:03.389" v="121" actId="26606"/>
          <ac:spMkLst>
            <pc:docMk/>
            <pc:sldMk cId="719983758" sldId="259"/>
            <ac:spMk id="2" creationId="{8556507C-A4C2-B353-840B-E93E9F782DC4}"/>
          </ac:spMkLst>
        </pc:spChg>
        <pc:spChg chg="add del mod">
          <ac:chgData name="Helen Corbat" userId="bff20198d9db4ecb" providerId="LiveId" clId="{A864CEF2-92EE-415E-9881-B52EB48A335D}" dt="2026-04-29T21:59:03.389" v="121" actId="26606"/>
          <ac:spMkLst>
            <pc:docMk/>
            <pc:sldMk cId="719983758" sldId="259"/>
            <ac:spMk id="3" creationId="{8B6E24E3-FC78-91FA-5632-1C3D76AED897}"/>
          </ac:spMkLst>
        </pc:spChg>
        <pc:spChg chg="add del mod">
          <ac:chgData name="Helen Corbat" userId="bff20198d9db4ecb" providerId="LiveId" clId="{A864CEF2-92EE-415E-9881-B52EB48A335D}" dt="2026-04-29T21:58:46.484" v="114" actId="21"/>
          <ac:spMkLst>
            <pc:docMk/>
            <pc:sldMk cId="719983758" sldId="259"/>
            <ac:spMk id="5" creationId="{D5C3EE34-8FCC-62EC-C7F7-572193A25633}"/>
          </ac:spMkLst>
        </pc:spChg>
        <pc:spChg chg="add mod">
          <ac:chgData name="Helen Corbat" userId="bff20198d9db4ecb" providerId="LiveId" clId="{A864CEF2-92EE-415E-9881-B52EB48A335D}" dt="2026-04-29T21:59:12.377" v="123" actId="1076"/>
          <ac:spMkLst>
            <pc:docMk/>
            <pc:sldMk cId="719983758" sldId="259"/>
            <ac:spMk id="7" creationId="{D5C3EE34-8FCC-62EC-C7F7-572193A25633}"/>
          </ac:spMkLst>
        </pc:spChg>
        <pc:spChg chg="add del">
          <ac:chgData name="Helen Corbat" userId="bff20198d9db4ecb" providerId="LiveId" clId="{A864CEF2-92EE-415E-9881-B52EB48A335D}" dt="2026-04-29T21:58:53.887" v="116" actId="26606"/>
          <ac:spMkLst>
            <pc:docMk/>
            <pc:sldMk cId="719983758" sldId="259"/>
            <ac:spMk id="9" creationId="{AAE8BDD1-BA6D-4C57-BE22-BBE4A6F006F1}"/>
          </ac:spMkLst>
        </pc:spChg>
        <pc:spChg chg="add del">
          <ac:chgData name="Helen Corbat" userId="bff20198d9db4ecb" providerId="LiveId" clId="{A864CEF2-92EE-415E-9881-B52EB48A335D}" dt="2026-04-29T21:58:53.887" v="116" actId="26606"/>
          <ac:spMkLst>
            <pc:docMk/>
            <pc:sldMk cId="719983758" sldId="259"/>
            <ac:spMk id="11" creationId="{C67669C8-6167-4A30-AD4E-0215E64832E2}"/>
          </ac:spMkLst>
        </pc:spChg>
        <pc:spChg chg="add del">
          <ac:chgData name="Helen Corbat" userId="bff20198d9db4ecb" providerId="LiveId" clId="{A864CEF2-92EE-415E-9881-B52EB48A335D}" dt="2026-04-29T21:58:55.535" v="118" actId="26606"/>
          <ac:spMkLst>
            <pc:docMk/>
            <pc:sldMk cId="719983758" sldId="259"/>
            <ac:spMk id="13" creationId="{95B4416B-38BB-4877-A487-E9DD15F7B8EC}"/>
          </ac:spMkLst>
        </pc:spChg>
        <pc:spChg chg="add del">
          <ac:chgData name="Helen Corbat" userId="bff20198d9db4ecb" providerId="LiveId" clId="{A864CEF2-92EE-415E-9881-B52EB48A335D}" dt="2026-04-29T21:58:55.535" v="118" actId="26606"/>
          <ac:spMkLst>
            <pc:docMk/>
            <pc:sldMk cId="719983758" sldId="259"/>
            <ac:spMk id="14" creationId="{17C3AB18-3A6A-4986-BACC-5F6761D847AF}"/>
          </ac:spMkLst>
        </pc:spChg>
        <pc:spChg chg="add del">
          <ac:chgData name="Helen Corbat" userId="bff20198d9db4ecb" providerId="LiveId" clId="{A864CEF2-92EE-415E-9881-B52EB48A335D}" dt="2026-04-29T21:59:03.357" v="120" actId="26606"/>
          <ac:spMkLst>
            <pc:docMk/>
            <pc:sldMk cId="719983758" sldId="259"/>
            <ac:spMk id="17" creationId="{95B4416B-38BB-4877-A487-E9DD15F7B8EC}"/>
          </ac:spMkLst>
        </pc:spChg>
        <pc:spChg chg="add del">
          <ac:chgData name="Helen Corbat" userId="bff20198d9db4ecb" providerId="LiveId" clId="{A864CEF2-92EE-415E-9881-B52EB48A335D}" dt="2026-04-29T21:59:03.357" v="120" actId="26606"/>
          <ac:spMkLst>
            <pc:docMk/>
            <pc:sldMk cId="719983758" sldId="259"/>
            <ac:spMk id="18" creationId="{17C3AB18-3A6A-4986-BACC-5F6761D847AF}"/>
          </ac:spMkLst>
        </pc:spChg>
        <pc:spChg chg="add">
          <ac:chgData name="Helen Corbat" userId="bff20198d9db4ecb" providerId="LiveId" clId="{A864CEF2-92EE-415E-9881-B52EB48A335D}" dt="2026-04-29T21:59:03.389" v="121" actId="26606"/>
          <ac:spMkLst>
            <pc:docMk/>
            <pc:sldMk cId="719983758" sldId="259"/>
            <ac:spMk id="21" creationId="{90FE9CC2-BA24-47CD-AE5E-A6BB2A464C75}"/>
          </ac:spMkLst>
        </pc:spChg>
        <pc:spChg chg="add">
          <ac:chgData name="Helen Corbat" userId="bff20198d9db4ecb" providerId="LiveId" clId="{A864CEF2-92EE-415E-9881-B52EB48A335D}" dt="2026-04-29T21:59:03.389" v="121" actId="26606"/>
          <ac:spMkLst>
            <pc:docMk/>
            <pc:sldMk cId="719983758" sldId="259"/>
            <ac:spMk id="22" creationId="{53B5E4CD-D48B-4BA2-A183-C7F932AA6E05}"/>
          </ac:spMkLst>
        </pc:spChg>
        <pc:graphicFrameChg chg="add del">
          <ac:chgData name="Helen Corbat" userId="bff20198d9db4ecb" providerId="LiveId" clId="{A864CEF2-92EE-415E-9881-B52EB48A335D}" dt="2026-04-29T21:58:53.887" v="116" actId="26606"/>
          <ac:graphicFrameMkLst>
            <pc:docMk/>
            <pc:sldMk cId="719983758" sldId="259"/>
            <ac:graphicFrameMk id="6" creationId="{DB0B27FB-D391-F7C5-3670-73825B66967D}"/>
          </ac:graphicFrameMkLst>
        </pc:graphicFrameChg>
        <pc:graphicFrameChg chg="add del">
          <ac:chgData name="Helen Corbat" userId="bff20198d9db4ecb" providerId="LiveId" clId="{A864CEF2-92EE-415E-9881-B52EB48A335D}" dt="2026-04-29T21:58:55.535" v="118" actId="26606"/>
          <ac:graphicFrameMkLst>
            <pc:docMk/>
            <pc:sldMk cId="719983758" sldId="259"/>
            <ac:graphicFrameMk id="15" creationId="{49037C44-2924-98CB-7FDC-5AB3C2A7B089}"/>
          </ac:graphicFrameMkLst>
        </pc:graphicFrameChg>
        <pc:graphicFrameChg chg="add del">
          <ac:chgData name="Helen Corbat" userId="bff20198d9db4ecb" providerId="LiveId" clId="{A864CEF2-92EE-415E-9881-B52EB48A335D}" dt="2026-04-29T21:59:03.357" v="120" actId="26606"/>
          <ac:graphicFrameMkLst>
            <pc:docMk/>
            <pc:sldMk cId="719983758" sldId="259"/>
            <ac:graphicFrameMk id="19" creationId="{CC68F2B6-0724-C9DB-CFE6-1043268B9AF6}"/>
          </ac:graphicFrameMkLst>
        </pc:graphicFrameChg>
        <pc:graphicFrameChg chg="add">
          <ac:chgData name="Helen Corbat" userId="bff20198d9db4ecb" providerId="LiveId" clId="{A864CEF2-92EE-415E-9881-B52EB48A335D}" dt="2026-04-29T21:59:03.389" v="121" actId="26606"/>
          <ac:graphicFrameMkLst>
            <pc:docMk/>
            <pc:sldMk cId="719983758" sldId="259"/>
            <ac:graphicFrameMk id="23" creationId="{8F353F91-F5FF-1BA9-DB3C-EF7C3969D911}"/>
          </ac:graphicFrameMkLst>
        </pc:graphicFrameChg>
      </pc:sldChg>
      <pc:sldChg chg="addSp delSp modSp new mod setBg modNotesTx">
        <pc:chgData name="Helen Corbat" userId="bff20198d9db4ecb" providerId="LiveId" clId="{A864CEF2-92EE-415E-9881-B52EB48A335D}" dt="2026-04-29T22:04:44.453" v="161" actId="20577"/>
        <pc:sldMkLst>
          <pc:docMk/>
          <pc:sldMk cId="3216175698" sldId="260"/>
        </pc:sldMkLst>
        <pc:spChg chg="mod">
          <ac:chgData name="Helen Corbat" userId="bff20198d9db4ecb" providerId="LiveId" clId="{A864CEF2-92EE-415E-9881-B52EB48A335D}" dt="2026-04-29T22:03:34.373" v="149" actId="26606"/>
          <ac:spMkLst>
            <pc:docMk/>
            <pc:sldMk cId="3216175698" sldId="260"/>
            <ac:spMk id="2" creationId="{163CFAAB-A3D9-2C20-177A-4473958F193B}"/>
          </ac:spMkLst>
        </pc:spChg>
        <pc:spChg chg="add del mod">
          <ac:chgData name="Helen Corbat" userId="bff20198d9db4ecb" providerId="LiveId" clId="{A864CEF2-92EE-415E-9881-B52EB48A335D}" dt="2026-04-29T22:02:26.108" v="145" actId="26606"/>
          <ac:spMkLst>
            <pc:docMk/>
            <pc:sldMk cId="3216175698" sldId="260"/>
            <ac:spMk id="3" creationId="{591A2955-9D93-6BD6-0EFF-3365CCFC9E49}"/>
          </ac:spMkLst>
        </pc:spChg>
        <pc:spChg chg="add del mod">
          <ac:chgData name="Helen Corbat" userId="bff20198d9db4ecb" providerId="LiveId" clId="{A864CEF2-92EE-415E-9881-B52EB48A335D}" dt="2026-04-29T22:04:17.023" v="158" actId="478"/>
          <ac:spMkLst>
            <pc:docMk/>
            <pc:sldMk cId="3216175698" sldId="260"/>
            <ac:spMk id="6" creationId="{90B30045-BCF5-AE99-6A19-EC3157096FEC}"/>
          </ac:spMkLst>
        </pc:spChg>
        <pc:spChg chg="add del">
          <ac:chgData name="Helen Corbat" userId="bff20198d9db4ecb" providerId="LiveId" clId="{A864CEF2-92EE-415E-9881-B52EB48A335D}" dt="2026-04-29T22:02:26.094" v="144" actId="26606"/>
          <ac:spMkLst>
            <pc:docMk/>
            <pc:sldMk cId="3216175698" sldId="260"/>
            <ac:spMk id="8" creationId="{F826941A-6D46-48CC-8D42-9C441DB7A51E}"/>
          </ac:spMkLst>
        </pc:spChg>
        <pc:spChg chg="add del">
          <ac:chgData name="Helen Corbat" userId="bff20198d9db4ecb" providerId="LiveId" clId="{A864CEF2-92EE-415E-9881-B52EB48A335D}" dt="2026-04-29T22:01:40.511" v="136" actId="26606"/>
          <ac:spMkLst>
            <pc:docMk/>
            <pc:sldMk cId="3216175698" sldId="260"/>
            <ac:spMk id="9" creationId="{BD496F58-731B-4833-93F9-53192FC219DE}"/>
          </ac:spMkLst>
        </pc:spChg>
        <pc:spChg chg="add del">
          <ac:chgData name="Helen Corbat" userId="bff20198d9db4ecb" providerId="LiveId" clId="{A864CEF2-92EE-415E-9881-B52EB48A335D}" dt="2026-04-29T22:01:48.400" v="138" actId="26606"/>
          <ac:spMkLst>
            <pc:docMk/>
            <pc:sldMk cId="3216175698" sldId="260"/>
            <ac:spMk id="10" creationId="{9C426711-1D48-4471-A750-0C8F4193A8F5}"/>
          </ac:spMkLst>
        </pc:spChg>
        <pc:spChg chg="add del">
          <ac:chgData name="Helen Corbat" userId="bff20198d9db4ecb" providerId="LiveId" clId="{A864CEF2-92EE-415E-9881-B52EB48A335D}" dt="2026-04-29T22:01:40.511" v="136" actId="26606"/>
          <ac:spMkLst>
            <pc:docMk/>
            <pc:sldMk cId="3216175698" sldId="260"/>
            <ac:spMk id="11" creationId="{195B3A3C-971D-4F24-9512-C9E4590CAD80}"/>
          </ac:spMkLst>
        </pc:spChg>
        <pc:spChg chg="add del">
          <ac:chgData name="Helen Corbat" userId="bff20198d9db4ecb" providerId="LiveId" clId="{A864CEF2-92EE-415E-9881-B52EB48A335D}" dt="2026-04-29T22:01:48.400" v="138" actId="26606"/>
          <ac:spMkLst>
            <pc:docMk/>
            <pc:sldMk cId="3216175698" sldId="260"/>
            <ac:spMk id="12" creationId="{7F914DDC-D2A9-4C86-B057-CDBB8F174201}"/>
          </ac:spMkLst>
        </pc:spChg>
        <pc:spChg chg="add del">
          <ac:chgData name="Helen Corbat" userId="bff20198d9db4ecb" providerId="LiveId" clId="{A864CEF2-92EE-415E-9881-B52EB48A335D}" dt="2026-04-29T22:02:40.747" v="147" actId="26606"/>
          <ac:spMkLst>
            <pc:docMk/>
            <pc:sldMk cId="3216175698" sldId="260"/>
            <ac:spMk id="13" creationId="{A39C7114-BEDD-41AE-8645-0502136A65FA}"/>
          </ac:spMkLst>
        </pc:spChg>
        <pc:spChg chg="add del">
          <ac:chgData name="Helen Corbat" userId="bff20198d9db4ecb" providerId="LiveId" clId="{A864CEF2-92EE-415E-9881-B52EB48A335D}" dt="2026-04-29T22:01:48.400" v="138" actId="26606"/>
          <ac:spMkLst>
            <pc:docMk/>
            <pc:sldMk cId="3216175698" sldId="260"/>
            <ac:spMk id="14" creationId="{A39C7114-BEDD-41AE-8645-0502136A65FA}"/>
          </ac:spMkLst>
        </pc:spChg>
        <pc:spChg chg="add del">
          <ac:chgData name="Helen Corbat" userId="bff20198d9db4ecb" providerId="LiveId" clId="{A864CEF2-92EE-415E-9881-B52EB48A335D}" dt="2026-04-29T22:02:08.352" v="140" actId="26606"/>
          <ac:spMkLst>
            <pc:docMk/>
            <pc:sldMk cId="3216175698" sldId="260"/>
            <ac:spMk id="16" creationId="{C67669C8-6167-4A30-AD4E-0215E64832E2}"/>
          </ac:spMkLst>
        </pc:spChg>
        <pc:spChg chg="add del">
          <ac:chgData name="Helen Corbat" userId="bff20198d9db4ecb" providerId="LiveId" clId="{A864CEF2-92EE-415E-9881-B52EB48A335D}" dt="2026-04-29T22:02:08.352" v="140" actId="26606"/>
          <ac:spMkLst>
            <pc:docMk/>
            <pc:sldMk cId="3216175698" sldId="260"/>
            <ac:spMk id="17" creationId="{FC0265E0-7389-441B-AD2F-9304B3D508F2}"/>
          </ac:spMkLst>
        </pc:spChg>
        <pc:spChg chg="add mod">
          <ac:chgData name="Helen Corbat" userId="bff20198d9db4ecb" providerId="LiveId" clId="{A864CEF2-92EE-415E-9881-B52EB48A335D}" dt="2026-04-29T22:04:08.865" v="157" actId="113"/>
          <ac:spMkLst>
            <pc:docMk/>
            <pc:sldMk cId="3216175698" sldId="260"/>
            <ac:spMk id="19" creationId="{766034DA-ADE2-98CA-2DB8-69809E5C9534}"/>
          </ac:spMkLst>
        </pc:spChg>
        <pc:spChg chg="add del">
          <ac:chgData name="Helen Corbat" userId="bff20198d9db4ecb" providerId="LiveId" clId="{A864CEF2-92EE-415E-9881-B52EB48A335D}" dt="2026-04-29T22:02:11.335" v="142" actId="26606"/>
          <ac:spMkLst>
            <pc:docMk/>
            <pc:sldMk cId="3216175698" sldId="260"/>
            <ac:spMk id="20" creationId="{0057A51B-D758-43C1-965D-87BC59C65B38}"/>
          </ac:spMkLst>
        </pc:spChg>
        <pc:spChg chg="add del">
          <ac:chgData name="Helen Corbat" userId="bff20198d9db4ecb" providerId="LiveId" clId="{A864CEF2-92EE-415E-9881-B52EB48A335D}" dt="2026-04-29T22:02:11.335" v="142" actId="26606"/>
          <ac:spMkLst>
            <pc:docMk/>
            <pc:sldMk cId="3216175698" sldId="260"/>
            <ac:spMk id="21" creationId="{38B14D17-F39E-46D8-B836-C27298608188}"/>
          </ac:spMkLst>
        </pc:spChg>
        <pc:spChg chg="add del">
          <ac:chgData name="Helen Corbat" userId="bff20198d9db4ecb" providerId="LiveId" clId="{A864CEF2-92EE-415E-9881-B52EB48A335D}" dt="2026-04-29T22:02:26.094" v="144" actId="26606"/>
          <ac:spMkLst>
            <pc:docMk/>
            <pc:sldMk cId="3216175698" sldId="260"/>
            <ac:spMk id="24" creationId="{8047ED37-AD62-4555-A369-81CC3152B499}"/>
          </ac:spMkLst>
        </pc:spChg>
        <pc:spChg chg="add del">
          <ac:chgData name="Helen Corbat" userId="bff20198d9db4ecb" providerId="LiveId" clId="{A864CEF2-92EE-415E-9881-B52EB48A335D}" dt="2026-04-29T22:02:26.094" v="144" actId="26606"/>
          <ac:spMkLst>
            <pc:docMk/>
            <pc:sldMk cId="3216175698" sldId="260"/>
            <ac:spMk id="25" creationId="{591A2955-9D93-6BD6-0EFF-3365CCFC9E49}"/>
          </ac:spMkLst>
        </pc:spChg>
        <pc:spChg chg="add del">
          <ac:chgData name="Helen Corbat" userId="bff20198d9db4ecb" providerId="LiveId" clId="{A864CEF2-92EE-415E-9881-B52EB48A335D}" dt="2026-04-29T22:02:40.747" v="147" actId="26606"/>
          <ac:spMkLst>
            <pc:docMk/>
            <pc:sldMk cId="3216175698" sldId="260"/>
            <ac:spMk id="27" creationId="{F592565B-E81C-4A1C-9667-7CBCF2AC58F4}"/>
          </ac:spMkLst>
        </pc:spChg>
        <pc:spChg chg="add del">
          <ac:chgData name="Helen Corbat" userId="bff20198d9db4ecb" providerId="LiveId" clId="{A864CEF2-92EE-415E-9881-B52EB48A335D}" dt="2026-04-29T22:02:40.747" v="147" actId="26606"/>
          <ac:spMkLst>
            <pc:docMk/>
            <pc:sldMk cId="3216175698" sldId="260"/>
            <ac:spMk id="28" creationId="{7F914DDC-D2A9-4C86-B057-CDBB8F174201}"/>
          </ac:spMkLst>
        </pc:spChg>
        <pc:spChg chg="add mod">
          <ac:chgData name="Helen Corbat" userId="bff20198d9db4ecb" providerId="LiveId" clId="{A864CEF2-92EE-415E-9881-B52EB48A335D}" dt="2026-04-29T22:03:55.821" v="152" actId="21"/>
          <ac:spMkLst>
            <pc:docMk/>
            <pc:sldMk cId="3216175698" sldId="260"/>
            <ac:spMk id="29" creationId="{591A2955-9D93-6BD6-0EFF-3365CCFC9E49}"/>
          </ac:spMkLst>
        </pc:spChg>
        <pc:spChg chg="add del">
          <ac:chgData name="Helen Corbat" userId="bff20198d9db4ecb" providerId="LiveId" clId="{A864CEF2-92EE-415E-9881-B52EB48A335D}" dt="2026-04-29T22:03:34.373" v="149" actId="26606"/>
          <ac:spMkLst>
            <pc:docMk/>
            <pc:sldMk cId="3216175698" sldId="260"/>
            <ac:spMk id="35" creationId="{CDABA077-5650-4194-91A9-0181927D31F7}"/>
          </ac:spMkLst>
        </pc:spChg>
        <pc:spChg chg="add del">
          <ac:chgData name="Helen Corbat" userId="bff20198d9db4ecb" providerId="LiveId" clId="{A864CEF2-92EE-415E-9881-B52EB48A335D}" dt="2026-04-29T22:03:34.373" v="149" actId="26606"/>
          <ac:spMkLst>
            <pc:docMk/>
            <pc:sldMk cId="3216175698" sldId="260"/>
            <ac:spMk id="37" creationId="{7A4E7FFF-D33D-499B-85BF-6EBA5D5FB19F}"/>
          </ac:spMkLst>
        </pc:spChg>
        <pc:spChg chg="add del">
          <ac:chgData name="Helen Corbat" userId="bff20198d9db4ecb" providerId="LiveId" clId="{A864CEF2-92EE-415E-9881-B52EB48A335D}" dt="2026-04-29T22:03:34.373" v="149" actId="26606"/>
          <ac:spMkLst>
            <pc:docMk/>
            <pc:sldMk cId="3216175698" sldId="260"/>
            <ac:spMk id="39" creationId="{0B1402E7-5138-4B04-AA6B-9B61E652EB83}"/>
          </ac:spMkLst>
        </pc:spChg>
        <pc:spChg chg="add">
          <ac:chgData name="Helen Corbat" userId="bff20198d9db4ecb" providerId="LiveId" clId="{A864CEF2-92EE-415E-9881-B52EB48A335D}" dt="2026-04-29T22:03:34.373" v="149" actId="26606"/>
          <ac:spMkLst>
            <pc:docMk/>
            <pc:sldMk cId="3216175698" sldId="260"/>
            <ac:spMk id="44" creationId="{BD496F58-731B-4833-93F9-53192FC219DE}"/>
          </ac:spMkLst>
        </pc:spChg>
        <pc:spChg chg="add">
          <ac:chgData name="Helen Corbat" userId="bff20198d9db4ecb" providerId="LiveId" clId="{A864CEF2-92EE-415E-9881-B52EB48A335D}" dt="2026-04-29T22:03:34.373" v="149" actId="26606"/>
          <ac:spMkLst>
            <pc:docMk/>
            <pc:sldMk cId="3216175698" sldId="260"/>
            <ac:spMk id="46" creationId="{195B3A3C-971D-4F24-9512-C9E4590CAD80}"/>
          </ac:spMkLst>
        </pc:spChg>
        <pc:graphicFrameChg chg="add del">
          <ac:chgData name="Helen Corbat" userId="bff20198d9db4ecb" providerId="LiveId" clId="{A864CEF2-92EE-415E-9881-B52EB48A335D}" dt="2026-04-29T22:02:08.352" v="140" actId="26606"/>
          <ac:graphicFrameMkLst>
            <pc:docMk/>
            <pc:sldMk cId="3216175698" sldId="260"/>
            <ac:graphicFrameMk id="18" creationId="{230E9D07-7F4D-56BD-F021-E490DD56D70E}"/>
          </ac:graphicFrameMkLst>
        </pc:graphicFrameChg>
        <pc:graphicFrameChg chg="add del">
          <ac:chgData name="Helen Corbat" userId="bff20198d9db4ecb" providerId="LiveId" clId="{A864CEF2-92EE-415E-9881-B52EB48A335D}" dt="2026-04-29T22:02:11.335" v="142" actId="26606"/>
          <ac:graphicFrameMkLst>
            <pc:docMk/>
            <pc:sldMk cId="3216175698" sldId="260"/>
            <ac:graphicFrameMk id="22" creationId="{38B09CCE-4BD6-1223-6246-397B514D246F}"/>
          </ac:graphicFrameMkLst>
        </pc:graphicFrameChg>
        <pc:picChg chg="add del">
          <ac:chgData name="Helen Corbat" userId="bff20198d9db4ecb" providerId="LiveId" clId="{A864CEF2-92EE-415E-9881-B52EB48A335D}" dt="2026-04-29T22:01:40.511" v="136" actId="26606"/>
          <ac:picMkLst>
            <pc:docMk/>
            <pc:sldMk cId="3216175698" sldId="260"/>
            <ac:picMk id="5" creationId="{318058CA-AC45-735C-F9E5-7514DB89E65B}"/>
          </ac:picMkLst>
        </pc:picChg>
        <pc:picChg chg="add del">
          <ac:chgData name="Helen Corbat" userId="bff20198d9db4ecb" providerId="LiveId" clId="{A864CEF2-92EE-415E-9881-B52EB48A335D}" dt="2026-04-29T22:01:48.400" v="138" actId="26606"/>
          <ac:picMkLst>
            <pc:docMk/>
            <pc:sldMk cId="3216175698" sldId="260"/>
            <ac:picMk id="7" creationId="{BC11BDE9-52D5-AA61-B5BD-4B46756FF0C5}"/>
          </ac:picMkLst>
        </pc:picChg>
        <pc:picChg chg="add mod">
          <ac:chgData name="Helen Corbat" userId="bff20198d9db4ecb" providerId="LiveId" clId="{A864CEF2-92EE-415E-9881-B52EB48A335D}" dt="2026-04-29T22:03:34.373" v="149" actId="26606"/>
          <ac:picMkLst>
            <pc:docMk/>
            <pc:sldMk cId="3216175698" sldId="260"/>
            <ac:picMk id="30" creationId="{112E5F8D-73A3-FE35-3D95-C1003C476F38}"/>
          </ac:picMkLst>
        </pc:picChg>
      </pc:sldChg>
      <pc:sldChg chg="addSp delSp modSp new mod setBg modNotesTx">
        <pc:chgData name="Helen Corbat" userId="bff20198d9db4ecb" providerId="LiveId" clId="{A864CEF2-92EE-415E-9881-B52EB48A335D}" dt="2026-04-30T16:14:03.027" v="195" actId="478"/>
        <pc:sldMkLst>
          <pc:docMk/>
          <pc:sldMk cId="1452716995" sldId="261"/>
        </pc:sldMkLst>
        <pc:spChg chg="mod">
          <ac:chgData name="Helen Corbat" userId="bff20198d9db4ecb" providerId="LiveId" clId="{A864CEF2-92EE-415E-9881-B52EB48A335D}" dt="2026-04-30T16:10:22.325" v="184" actId="26606"/>
          <ac:spMkLst>
            <pc:docMk/>
            <pc:sldMk cId="1452716995" sldId="261"/>
            <ac:spMk id="2" creationId="{BAC6CB4E-E2F7-AD83-5AC2-9501933B3C8B}"/>
          </ac:spMkLst>
        </pc:spChg>
        <pc:spChg chg="del">
          <ac:chgData name="Helen Corbat" userId="bff20198d9db4ecb" providerId="LiveId" clId="{A864CEF2-92EE-415E-9881-B52EB48A335D}" dt="2026-04-30T16:08:48.493" v="164" actId="22"/>
          <ac:spMkLst>
            <pc:docMk/>
            <pc:sldMk cId="1452716995" sldId="261"/>
            <ac:spMk id="3" creationId="{3508FF20-D952-A693-A336-3B43901CAF80}"/>
          </ac:spMkLst>
        </pc:spChg>
        <pc:spChg chg="add del mod">
          <ac:chgData name="Helen Corbat" userId="bff20198d9db4ecb" providerId="LiveId" clId="{A864CEF2-92EE-415E-9881-B52EB48A335D}" dt="2026-04-30T16:14:03.027" v="195" actId="478"/>
          <ac:spMkLst>
            <pc:docMk/>
            <pc:sldMk cId="1452716995" sldId="261"/>
            <ac:spMk id="7" creationId="{6948435E-85D3-1DCE-2791-7B157DB70AF9}"/>
          </ac:spMkLst>
        </pc:spChg>
        <pc:spChg chg="add del mod">
          <ac:chgData name="Helen Corbat" userId="bff20198d9db4ecb" providerId="LiveId" clId="{A864CEF2-92EE-415E-9881-B52EB48A335D}" dt="2026-04-30T16:09:53.011" v="175" actId="478"/>
          <ac:spMkLst>
            <pc:docMk/>
            <pc:sldMk cId="1452716995" sldId="261"/>
            <ac:spMk id="9" creationId="{9FD484FD-ACF8-0BA0-16F4-016B82B21418}"/>
          </ac:spMkLst>
        </pc:spChg>
        <pc:spChg chg="add mod">
          <ac:chgData name="Helen Corbat" userId="bff20198d9db4ecb" providerId="LiveId" clId="{A864CEF2-92EE-415E-9881-B52EB48A335D}" dt="2026-04-30T16:10:33.850" v="186" actId="1076"/>
          <ac:spMkLst>
            <pc:docMk/>
            <pc:sldMk cId="1452716995" sldId="261"/>
            <ac:spMk id="11" creationId="{4C785E95-34A4-19C7-35B4-3D3AA88CC3B1}"/>
          </ac:spMkLst>
        </pc:spChg>
        <pc:spChg chg="add del">
          <ac:chgData name="Helen Corbat" userId="bff20198d9db4ecb" providerId="LiveId" clId="{A864CEF2-92EE-415E-9881-B52EB48A335D}" dt="2026-04-30T16:10:05.988" v="177" actId="26606"/>
          <ac:spMkLst>
            <pc:docMk/>
            <pc:sldMk cId="1452716995" sldId="261"/>
            <ac:spMk id="12" creationId="{023569C8-0F3D-4050-94E9-266BC2A83350}"/>
          </ac:spMkLst>
        </pc:spChg>
        <pc:spChg chg="add del">
          <ac:chgData name="Helen Corbat" userId="bff20198d9db4ecb" providerId="LiveId" clId="{A864CEF2-92EE-415E-9881-B52EB48A335D}" dt="2026-04-30T16:10:05.988" v="177" actId="26606"/>
          <ac:spMkLst>
            <pc:docMk/>
            <pc:sldMk cId="1452716995" sldId="261"/>
            <ac:spMk id="14" creationId="{295D3A5B-8711-48A3-ABD6-39982B1748C8}"/>
          </ac:spMkLst>
        </pc:spChg>
        <pc:spChg chg="add del mod">
          <ac:chgData name="Helen Corbat" userId="bff20198d9db4ecb" providerId="LiveId" clId="{A864CEF2-92EE-415E-9881-B52EB48A335D}" dt="2026-04-30T16:13:41.303" v="193" actId="478"/>
          <ac:spMkLst>
            <pc:docMk/>
            <pc:sldMk cId="1452716995" sldId="261"/>
            <ac:spMk id="15" creationId="{7C8B57CB-623E-FE0E-8527-88682DAD8741}"/>
          </ac:spMkLst>
        </pc:spChg>
        <pc:spChg chg="add del">
          <ac:chgData name="Helen Corbat" userId="bff20198d9db4ecb" providerId="LiveId" clId="{A864CEF2-92EE-415E-9881-B52EB48A335D}" dt="2026-04-30T16:10:14.093" v="179" actId="26606"/>
          <ac:spMkLst>
            <pc:docMk/>
            <pc:sldMk cId="1452716995" sldId="261"/>
            <ac:spMk id="16" creationId="{BD496F58-731B-4833-93F9-53192FC219DE}"/>
          </ac:spMkLst>
        </pc:spChg>
        <pc:spChg chg="add del">
          <ac:chgData name="Helen Corbat" userId="bff20198d9db4ecb" providerId="LiveId" clId="{A864CEF2-92EE-415E-9881-B52EB48A335D}" dt="2026-04-30T16:10:14.093" v="179" actId="26606"/>
          <ac:spMkLst>
            <pc:docMk/>
            <pc:sldMk cId="1452716995" sldId="261"/>
            <ac:spMk id="17" creationId="{195B3A3C-971D-4F24-9512-C9E4590CAD80}"/>
          </ac:spMkLst>
        </pc:spChg>
        <pc:spChg chg="add del">
          <ac:chgData name="Helen Corbat" userId="bff20198d9db4ecb" providerId="LiveId" clId="{A864CEF2-92EE-415E-9881-B52EB48A335D}" dt="2026-04-30T16:10:18.728" v="181" actId="26606"/>
          <ac:spMkLst>
            <pc:docMk/>
            <pc:sldMk cId="1452716995" sldId="261"/>
            <ac:spMk id="19" creationId="{CDABA077-5650-4194-91A9-0181927D31F7}"/>
          </ac:spMkLst>
        </pc:spChg>
        <pc:spChg chg="add del">
          <ac:chgData name="Helen Corbat" userId="bff20198d9db4ecb" providerId="LiveId" clId="{A864CEF2-92EE-415E-9881-B52EB48A335D}" dt="2026-04-30T16:10:18.728" v="181" actId="26606"/>
          <ac:spMkLst>
            <pc:docMk/>
            <pc:sldMk cId="1452716995" sldId="261"/>
            <ac:spMk id="20" creationId="{7A4E7FFF-D33D-499B-85BF-6EBA5D5FB19F}"/>
          </ac:spMkLst>
        </pc:spChg>
        <pc:spChg chg="add del">
          <ac:chgData name="Helen Corbat" userId="bff20198d9db4ecb" providerId="LiveId" clId="{A864CEF2-92EE-415E-9881-B52EB48A335D}" dt="2026-04-30T16:10:18.728" v="181" actId="26606"/>
          <ac:spMkLst>
            <pc:docMk/>
            <pc:sldMk cId="1452716995" sldId="261"/>
            <ac:spMk id="21" creationId="{0B1402E7-5138-4B04-AA6B-9B61E652EB83}"/>
          </ac:spMkLst>
        </pc:spChg>
        <pc:spChg chg="add del">
          <ac:chgData name="Helen Corbat" userId="bff20198d9db4ecb" providerId="LiveId" clId="{A864CEF2-92EE-415E-9881-B52EB48A335D}" dt="2026-04-30T16:10:22.318" v="183" actId="26606"/>
          <ac:spMkLst>
            <pc:docMk/>
            <pc:sldMk cId="1452716995" sldId="261"/>
            <ac:spMk id="23" creationId="{AEF0F480-AC05-4FED-9090-797A1AA65C7F}"/>
          </ac:spMkLst>
        </pc:spChg>
        <pc:spChg chg="add del">
          <ac:chgData name="Helen Corbat" userId="bff20198d9db4ecb" providerId="LiveId" clId="{A864CEF2-92EE-415E-9881-B52EB48A335D}" dt="2026-04-30T16:10:22.318" v="183" actId="26606"/>
          <ac:spMkLst>
            <pc:docMk/>
            <pc:sldMk cId="1452716995" sldId="261"/>
            <ac:spMk id="24" creationId="{295D3A5B-8711-48A3-ABD6-39982B1748C8}"/>
          </ac:spMkLst>
        </pc:spChg>
        <pc:spChg chg="add">
          <ac:chgData name="Helen Corbat" userId="bff20198d9db4ecb" providerId="LiveId" clId="{A864CEF2-92EE-415E-9881-B52EB48A335D}" dt="2026-04-30T16:10:22.325" v="184" actId="26606"/>
          <ac:spMkLst>
            <pc:docMk/>
            <pc:sldMk cId="1452716995" sldId="261"/>
            <ac:spMk id="26" creationId="{023569C8-0F3D-4050-94E9-266BC2A83350}"/>
          </ac:spMkLst>
        </pc:spChg>
        <pc:spChg chg="add">
          <ac:chgData name="Helen Corbat" userId="bff20198d9db4ecb" providerId="LiveId" clId="{A864CEF2-92EE-415E-9881-B52EB48A335D}" dt="2026-04-30T16:10:22.325" v="184" actId="26606"/>
          <ac:spMkLst>
            <pc:docMk/>
            <pc:sldMk cId="1452716995" sldId="261"/>
            <ac:spMk id="27" creationId="{295D3A5B-8711-48A3-ABD6-39982B1748C8}"/>
          </ac:spMkLst>
        </pc:spChg>
        <pc:picChg chg="add del mod ord">
          <ac:chgData name="Helen Corbat" userId="bff20198d9db4ecb" providerId="LiveId" clId="{A864CEF2-92EE-415E-9881-B52EB48A335D}" dt="2026-04-30T16:13:26.146" v="189" actId="478"/>
          <ac:picMkLst>
            <pc:docMk/>
            <pc:sldMk cId="1452716995" sldId="261"/>
            <ac:picMk id="5" creationId="{194A0CA1-7E64-D389-A439-469ECB9F8AF7}"/>
          </ac:picMkLst>
        </pc:picChg>
        <pc:picChg chg="add mod">
          <ac:chgData name="Helen Corbat" userId="bff20198d9db4ecb" providerId="LiveId" clId="{A864CEF2-92EE-415E-9881-B52EB48A335D}" dt="2026-04-30T16:13:45.486" v="194" actId="1076"/>
          <ac:picMkLst>
            <pc:docMk/>
            <pc:sldMk cId="1452716995" sldId="261"/>
            <ac:picMk id="22" creationId="{67B34353-CBA5-110F-0209-EB3AF5565CC3}"/>
          </ac:picMkLst>
        </pc:picChg>
      </pc:sldChg>
      <pc:sldChg chg="addSp delSp modSp new mod setBg modNotesTx">
        <pc:chgData name="Helen Corbat" userId="bff20198d9db4ecb" providerId="LiveId" clId="{A864CEF2-92EE-415E-9881-B52EB48A335D}" dt="2026-04-30T16:19:44.120" v="288" actId="20577"/>
        <pc:sldMkLst>
          <pc:docMk/>
          <pc:sldMk cId="1264532220" sldId="262"/>
        </pc:sldMkLst>
        <pc:spChg chg="mod">
          <ac:chgData name="Helen Corbat" userId="bff20198d9db4ecb" providerId="LiveId" clId="{A864CEF2-92EE-415E-9881-B52EB48A335D}" dt="2026-04-30T16:17:04.999" v="277" actId="26606"/>
          <ac:spMkLst>
            <pc:docMk/>
            <pc:sldMk cId="1264532220" sldId="262"/>
            <ac:spMk id="2" creationId="{1C60C6F9-0656-BDC6-583D-F88690E798D1}"/>
          </ac:spMkLst>
        </pc:spChg>
        <pc:spChg chg="add del mod">
          <ac:chgData name="Helen Corbat" userId="bff20198d9db4ecb" providerId="LiveId" clId="{A864CEF2-92EE-415E-9881-B52EB48A335D}" dt="2026-04-30T16:17:04.999" v="277" actId="26606"/>
          <ac:spMkLst>
            <pc:docMk/>
            <pc:sldMk cId="1264532220" sldId="262"/>
            <ac:spMk id="3" creationId="{D0B7D954-ED19-C872-DA28-F9618EA82396}"/>
          </ac:spMkLst>
        </pc:spChg>
        <pc:spChg chg="add mod">
          <ac:chgData name="Helen Corbat" userId="bff20198d9db4ecb" providerId="LiveId" clId="{A864CEF2-92EE-415E-9881-B52EB48A335D}" dt="2026-04-30T16:18:09.474" v="279" actId="1076"/>
          <ac:spMkLst>
            <pc:docMk/>
            <pc:sldMk cId="1264532220" sldId="262"/>
            <ac:spMk id="6" creationId="{A53F1627-3CDE-9AA5-35E0-FC0574703610}"/>
          </ac:spMkLst>
        </pc:spChg>
        <pc:spChg chg="add mod">
          <ac:chgData name="Helen Corbat" userId="bff20198d9db4ecb" providerId="LiveId" clId="{A864CEF2-92EE-415E-9881-B52EB48A335D}" dt="2026-04-30T16:19:10.204" v="287" actId="1076"/>
          <ac:spMkLst>
            <pc:docMk/>
            <pc:sldMk cId="1264532220" sldId="262"/>
            <ac:spMk id="8" creationId="{7C537034-E53D-3FB6-B58B-31D7D8717391}"/>
          </ac:spMkLst>
        </pc:spChg>
        <pc:spChg chg="add del">
          <ac:chgData name="Helen Corbat" userId="bff20198d9db4ecb" providerId="LiveId" clId="{A864CEF2-92EE-415E-9881-B52EB48A335D}" dt="2026-04-30T16:17:04.965" v="276" actId="26606"/>
          <ac:spMkLst>
            <pc:docMk/>
            <pc:sldMk cId="1264532220" sldId="262"/>
            <ac:spMk id="9" creationId="{67E423D7-C345-48F2-96FA-F17F27557B0D}"/>
          </ac:spMkLst>
        </pc:spChg>
        <pc:spChg chg="add">
          <ac:chgData name="Helen Corbat" userId="bff20198d9db4ecb" providerId="LiveId" clId="{A864CEF2-92EE-415E-9881-B52EB48A335D}" dt="2026-04-30T16:17:04.999" v="277" actId="26606"/>
          <ac:spMkLst>
            <pc:docMk/>
            <pc:sldMk cId="1264532220" sldId="262"/>
            <ac:spMk id="11" creationId="{17C3AB18-3A6A-4986-BACC-5F6761D847AF}"/>
          </ac:spMkLst>
        </pc:spChg>
        <pc:spChg chg="add">
          <ac:chgData name="Helen Corbat" userId="bff20198d9db4ecb" providerId="LiveId" clId="{A864CEF2-92EE-415E-9881-B52EB48A335D}" dt="2026-04-30T16:17:04.999" v="277" actId="26606"/>
          <ac:spMkLst>
            <pc:docMk/>
            <pc:sldMk cId="1264532220" sldId="262"/>
            <ac:spMk id="12" creationId="{95B4416B-38BB-4877-A487-E9DD15F7B8EC}"/>
          </ac:spMkLst>
        </pc:spChg>
        <pc:graphicFrameChg chg="add del">
          <ac:chgData name="Helen Corbat" userId="bff20198d9db4ecb" providerId="LiveId" clId="{A864CEF2-92EE-415E-9881-B52EB48A335D}" dt="2026-04-30T16:17:04.965" v="276" actId="26606"/>
          <ac:graphicFrameMkLst>
            <pc:docMk/>
            <pc:sldMk cId="1264532220" sldId="262"/>
            <ac:graphicFrameMk id="5" creationId="{806C0A2F-BE16-6237-4A39-4EA9ABFB4089}"/>
          </ac:graphicFrameMkLst>
        </pc:graphicFrameChg>
        <pc:graphicFrameChg chg="add modGraphic">
          <ac:chgData name="Helen Corbat" userId="bff20198d9db4ecb" providerId="LiveId" clId="{A864CEF2-92EE-415E-9881-B52EB48A335D}" dt="2026-04-30T16:18:27.526" v="282" actId="26606"/>
          <ac:graphicFrameMkLst>
            <pc:docMk/>
            <pc:sldMk cId="1264532220" sldId="262"/>
            <ac:graphicFrameMk id="13" creationId="{8B807FDF-E2B4-7DB9-565A-E4395CA29FE1}"/>
          </ac:graphicFrameMkLst>
        </pc:graphicFrame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C67017F-78F8-4407-A53E-BF9A01D69497}"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3FB9FE2F-E141-435E-8426-A0C72EFB0908}">
      <dgm:prSet/>
      <dgm:spPr/>
      <dgm:t>
        <a:bodyPr/>
        <a:lstStyle/>
        <a:p>
          <a:r>
            <a:rPr lang="en-US" b="1"/>
            <a:t>How the Threshold Was Set</a:t>
          </a:r>
          <a:endParaRPr lang="en-US"/>
        </a:p>
      </dgm:t>
    </dgm:pt>
    <dgm:pt modelId="{95337B9B-81C8-41A8-9F4B-FB6178E8C167}" type="parTrans" cxnId="{26C7E361-DA85-412C-B2F8-6723BE02D6E1}">
      <dgm:prSet/>
      <dgm:spPr/>
      <dgm:t>
        <a:bodyPr/>
        <a:lstStyle/>
        <a:p>
          <a:endParaRPr lang="en-US"/>
        </a:p>
      </dgm:t>
    </dgm:pt>
    <dgm:pt modelId="{DB6E519D-3A77-4FCF-9834-0638AF48A77F}" type="sibTrans" cxnId="{26C7E361-DA85-412C-B2F8-6723BE02D6E1}">
      <dgm:prSet/>
      <dgm:spPr/>
      <dgm:t>
        <a:bodyPr/>
        <a:lstStyle/>
        <a:p>
          <a:endParaRPr lang="en-US"/>
        </a:p>
      </dgm:t>
    </dgm:pt>
    <dgm:pt modelId="{D2902F81-43F6-462C-B275-4C1DFB100E69}">
      <dgm:prSet/>
      <dgm:spPr/>
      <dgm:t>
        <a:bodyPr/>
        <a:lstStyle/>
        <a:p>
          <a:r>
            <a:rPr lang="en-US"/>
            <a:t>Based on </a:t>
          </a:r>
          <a:r>
            <a:rPr lang="en-US" b="1"/>
            <a:t>cost trade-off</a:t>
          </a:r>
          <a:r>
            <a:rPr lang="en-US"/>
            <a:t>: </a:t>
          </a:r>
        </a:p>
      </dgm:t>
    </dgm:pt>
    <dgm:pt modelId="{45379E3E-7EA6-4E41-8B0B-47C8986B5C7A}" type="parTrans" cxnId="{42DBB4F6-BC90-48F5-866A-3509D2C07DAF}">
      <dgm:prSet/>
      <dgm:spPr/>
      <dgm:t>
        <a:bodyPr/>
        <a:lstStyle/>
        <a:p>
          <a:endParaRPr lang="en-US"/>
        </a:p>
      </dgm:t>
    </dgm:pt>
    <dgm:pt modelId="{701C6DB2-7E63-4EA0-B0F5-F6672B6A25EE}" type="sibTrans" cxnId="{42DBB4F6-BC90-48F5-866A-3509D2C07DAF}">
      <dgm:prSet/>
      <dgm:spPr/>
      <dgm:t>
        <a:bodyPr/>
        <a:lstStyle/>
        <a:p>
          <a:endParaRPr lang="en-US"/>
        </a:p>
      </dgm:t>
    </dgm:pt>
    <dgm:pt modelId="{4899C587-E5BA-40D0-BF2A-52D6188A3C4C}">
      <dgm:prSet/>
      <dgm:spPr/>
      <dgm:t>
        <a:bodyPr/>
        <a:lstStyle/>
        <a:p>
          <a:r>
            <a:rPr lang="en-US"/>
            <a:t>Investigation cost: </a:t>
          </a:r>
          <a:r>
            <a:rPr lang="en-US" b="1"/>
            <a:t>$500</a:t>
          </a:r>
          <a:r>
            <a:rPr lang="en-US"/>
            <a:t> </a:t>
          </a:r>
        </a:p>
      </dgm:t>
    </dgm:pt>
    <dgm:pt modelId="{23AB5967-2209-4345-99A7-632B59885161}" type="parTrans" cxnId="{DB464055-627F-463D-BD3B-B0425666DED2}">
      <dgm:prSet/>
      <dgm:spPr/>
      <dgm:t>
        <a:bodyPr/>
        <a:lstStyle/>
        <a:p>
          <a:endParaRPr lang="en-US"/>
        </a:p>
      </dgm:t>
    </dgm:pt>
    <dgm:pt modelId="{BC9AC2CE-E852-4E99-8847-883DA5185BF6}" type="sibTrans" cxnId="{DB464055-627F-463D-BD3B-B0425666DED2}">
      <dgm:prSet/>
      <dgm:spPr/>
      <dgm:t>
        <a:bodyPr/>
        <a:lstStyle/>
        <a:p>
          <a:endParaRPr lang="en-US"/>
        </a:p>
      </dgm:t>
    </dgm:pt>
    <dgm:pt modelId="{1C1C0ED7-1B3F-4847-A031-516BC839514D}">
      <dgm:prSet/>
      <dgm:spPr/>
      <dgm:t>
        <a:bodyPr/>
        <a:lstStyle/>
        <a:p>
          <a:r>
            <a:rPr lang="en-US"/>
            <a:t>Missed fraud cost: </a:t>
          </a:r>
          <a:r>
            <a:rPr lang="en-US" b="1"/>
            <a:t>$4,500</a:t>
          </a:r>
          <a:endParaRPr lang="en-US"/>
        </a:p>
      </dgm:t>
    </dgm:pt>
    <dgm:pt modelId="{3751E81F-8051-4654-94BA-F205C1A9D380}" type="parTrans" cxnId="{FCC5F31E-D051-4B7B-B50E-580F025D5D3A}">
      <dgm:prSet/>
      <dgm:spPr/>
      <dgm:t>
        <a:bodyPr/>
        <a:lstStyle/>
        <a:p>
          <a:endParaRPr lang="en-US"/>
        </a:p>
      </dgm:t>
    </dgm:pt>
    <dgm:pt modelId="{1542AF7E-BC53-4465-9803-1979F4087C43}" type="sibTrans" cxnId="{FCC5F31E-D051-4B7B-B50E-580F025D5D3A}">
      <dgm:prSet/>
      <dgm:spPr/>
      <dgm:t>
        <a:bodyPr/>
        <a:lstStyle/>
        <a:p>
          <a:endParaRPr lang="en-US"/>
        </a:p>
      </dgm:t>
    </dgm:pt>
    <dgm:pt modelId="{C684A029-2672-47F3-8277-482BB52650F4}">
      <dgm:prSet/>
      <dgm:spPr/>
      <dgm:t>
        <a:bodyPr/>
        <a:lstStyle/>
        <a:p>
          <a:r>
            <a:rPr lang="en-US" b="1"/>
            <a:t>Investigate if predicted fraud probability &gt; 10%</a:t>
          </a:r>
          <a:endParaRPr lang="en-US"/>
        </a:p>
      </dgm:t>
    </dgm:pt>
    <dgm:pt modelId="{9534D647-91F0-49E4-BA09-9BD695475BF7}" type="parTrans" cxnId="{E21A58B1-8BF9-4049-8C5A-243213E31DF4}">
      <dgm:prSet/>
      <dgm:spPr/>
      <dgm:t>
        <a:bodyPr/>
        <a:lstStyle/>
        <a:p>
          <a:endParaRPr lang="en-US"/>
        </a:p>
      </dgm:t>
    </dgm:pt>
    <dgm:pt modelId="{5EC731D1-0F52-47ED-A4E2-C1CF10397B89}" type="sibTrans" cxnId="{E21A58B1-8BF9-4049-8C5A-243213E31DF4}">
      <dgm:prSet/>
      <dgm:spPr/>
      <dgm:t>
        <a:bodyPr/>
        <a:lstStyle/>
        <a:p>
          <a:endParaRPr lang="en-US"/>
        </a:p>
      </dgm:t>
    </dgm:pt>
    <dgm:pt modelId="{AC1525F1-04C8-43E6-89F9-6FBADF05ED89}">
      <dgm:prSet/>
      <dgm:spPr/>
      <dgm:t>
        <a:bodyPr/>
        <a:lstStyle/>
        <a:p>
          <a:r>
            <a:rPr lang="en-US" b="1"/>
            <a:t>Assumption</a:t>
          </a:r>
          <a:endParaRPr lang="en-US"/>
        </a:p>
      </dgm:t>
    </dgm:pt>
    <dgm:pt modelId="{62A6423C-3D37-4E73-8214-CFB1E3FFAB89}" type="parTrans" cxnId="{0E80947D-B1E3-4325-955F-A877CEFB8200}">
      <dgm:prSet/>
      <dgm:spPr/>
      <dgm:t>
        <a:bodyPr/>
        <a:lstStyle/>
        <a:p>
          <a:endParaRPr lang="en-US"/>
        </a:p>
      </dgm:t>
    </dgm:pt>
    <dgm:pt modelId="{724AE7B3-E6F3-4A9C-96D4-DD5899B7AD47}" type="sibTrans" cxnId="{0E80947D-B1E3-4325-955F-A877CEFB8200}">
      <dgm:prSet/>
      <dgm:spPr/>
      <dgm:t>
        <a:bodyPr/>
        <a:lstStyle/>
        <a:p>
          <a:endParaRPr lang="en-US"/>
        </a:p>
      </dgm:t>
    </dgm:pt>
    <dgm:pt modelId="{ACEE84EF-2471-4003-83E6-10CF15AE16BD}">
      <dgm:prSet/>
      <dgm:spPr/>
      <dgm:t>
        <a:bodyPr/>
        <a:lstStyle/>
        <a:p>
          <a:r>
            <a:rPr lang="en-US"/>
            <a:t>Model probabilities are </a:t>
          </a:r>
          <a:r>
            <a:rPr lang="en-US" b="1"/>
            <a:t>accurate and well-calibrated</a:t>
          </a:r>
          <a:r>
            <a:rPr lang="en-US"/>
            <a:t> </a:t>
          </a:r>
        </a:p>
      </dgm:t>
    </dgm:pt>
    <dgm:pt modelId="{AA2A111A-112D-490E-A37C-AC7447105EF8}" type="parTrans" cxnId="{46F0C784-E3C9-4904-B894-F90405184E80}">
      <dgm:prSet/>
      <dgm:spPr/>
      <dgm:t>
        <a:bodyPr/>
        <a:lstStyle/>
        <a:p>
          <a:endParaRPr lang="en-US"/>
        </a:p>
      </dgm:t>
    </dgm:pt>
    <dgm:pt modelId="{FF866E93-0F3A-4EA6-87F3-EB4101AC8EEF}" type="sibTrans" cxnId="{46F0C784-E3C9-4904-B894-F90405184E80}">
      <dgm:prSet/>
      <dgm:spPr/>
      <dgm:t>
        <a:bodyPr/>
        <a:lstStyle/>
        <a:p>
          <a:endParaRPr lang="en-US"/>
        </a:p>
      </dgm:t>
    </dgm:pt>
    <dgm:pt modelId="{D79BDF7A-7939-4547-95E7-28CB2AB8BD05}">
      <dgm:prSet/>
      <dgm:spPr/>
      <dgm:t>
        <a:bodyPr/>
        <a:lstStyle/>
        <a:p>
          <a:r>
            <a:rPr lang="en-US"/>
            <a:t>Cost ratio alone is sufficient to determine the optimal threshold</a:t>
          </a:r>
        </a:p>
      </dgm:t>
    </dgm:pt>
    <dgm:pt modelId="{9AC31DAB-E6DA-4F5E-9D4A-DEBF5C572077}" type="parTrans" cxnId="{C32DE963-108F-47DE-A935-22A254C78F50}">
      <dgm:prSet/>
      <dgm:spPr/>
      <dgm:t>
        <a:bodyPr/>
        <a:lstStyle/>
        <a:p>
          <a:endParaRPr lang="en-US"/>
        </a:p>
      </dgm:t>
    </dgm:pt>
    <dgm:pt modelId="{FE74CE32-E22F-4CAA-B4D6-B80F04211AF1}" type="sibTrans" cxnId="{C32DE963-108F-47DE-A935-22A254C78F50}">
      <dgm:prSet/>
      <dgm:spPr/>
      <dgm:t>
        <a:bodyPr/>
        <a:lstStyle/>
        <a:p>
          <a:endParaRPr lang="en-US"/>
        </a:p>
      </dgm:t>
    </dgm:pt>
    <dgm:pt modelId="{46E8EA5E-D2EF-4A0F-B7E6-227901118EDD}" type="pres">
      <dgm:prSet presAssocID="{8C67017F-78F8-4407-A53E-BF9A01D69497}" presName="linear" presStyleCnt="0">
        <dgm:presLayoutVars>
          <dgm:animLvl val="lvl"/>
          <dgm:resizeHandles val="exact"/>
        </dgm:presLayoutVars>
      </dgm:prSet>
      <dgm:spPr/>
    </dgm:pt>
    <dgm:pt modelId="{39E16F1D-01CD-4743-BDBA-4CEC02242851}" type="pres">
      <dgm:prSet presAssocID="{3FB9FE2F-E141-435E-8426-A0C72EFB0908}" presName="parentText" presStyleLbl="node1" presStyleIdx="0" presStyleCnt="5">
        <dgm:presLayoutVars>
          <dgm:chMax val="0"/>
          <dgm:bulletEnabled val="1"/>
        </dgm:presLayoutVars>
      </dgm:prSet>
      <dgm:spPr/>
    </dgm:pt>
    <dgm:pt modelId="{9126860B-1C9A-41F7-8C6C-B1063DF3A070}" type="pres">
      <dgm:prSet presAssocID="{DB6E519D-3A77-4FCF-9834-0638AF48A77F}" presName="spacer" presStyleCnt="0"/>
      <dgm:spPr/>
    </dgm:pt>
    <dgm:pt modelId="{9ACE52E9-A2A3-48A7-B6C7-1ED1C074B2CA}" type="pres">
      <dgm:prSet presAssocID="{D2902F81-43F6-462C-B275-4C1DFB100E69}" presName="parentText" presStyleLbl="node1" presStyleIdx="1" presStyleCnt="5">
        <dgm:presLayoutVars>
          <dgm:chMax val="0"/>
          <dgm:bulletEnabled val="1"/>
        </dgm:presLayoutVars>
      </dgm:prSet>
      <dgm:spPr/>
    </dgm:pt>
    <dgm:pt modelId="{0F0B5428-C850-4D50-A2B4-57155FC72288}" type="pres">
      <dgm:prSet presAssocID="{D2902F81-43F6-462C-B275-4C1DFB100E69}" presName="childText" presStyleLbl="revTx" presStyleIdx="0" presStyleCnt="1">
        <dgm:presLayoutVars>
          <dgm:bulletEnabled val="1"/>
        </dgm:presLayoutVars>
      </dgm:prSet>
      <dgm:spPr/>
    </dgm:pt>
    <dgm:pt modelId="{F4B083CD-D9BF-4E1F-8C37-408733E2C07F}" type="pres">
      <dgm:prSet presAssocID="{AC1525F1-04C8-43E6-89F9-6FBADF05ED89}" presName="parentText" presStyleLbl="node1" presStyleIdx="2" presStyleCnt="5">
        <dgm:presLayoutVars>
          <dgm:chMax val="0"/>
          <dgm:bulletEnabled val="1"/>
        </dgm:presLayoutVars>
      </dgm:prSet>
      <dgm:spPr/>
    </dgm:pt>
    <dgm:pt modelId="{96A326B3-A5E4-492E-8811-0B484EAC06C3}" type="pres">
      <dgm:prSet presAssocID="{724AE7B3-E6F3-4A9C-96D4-DD5899B7AD47}" presName="spacer" presStyleCnt="0"/>
      <dgm:spPr/>
    </dgm:pt>
    <dgm:pt modelId="{6810E6EF-919F-44FD-8602-3CB490AC4EFD}" type="pres">
      <dgm:prSet presAssocID="{ACEE84EF-2471-4003-83E6-10CF15AE16BD}" presName="parentText" presStyleLbl="node1" presStyleIdx="3" presStyleCnt="5">
        <dgm:presLayoutVars>
          <dgm:chMax val="0"/>
          <dgm:bulletEnabled val="1"/>
        </dgm:presLayoutVars>
      </dgm:prSet>
      <dgm:spPr/>
    </dgm:pt>
    <dgm:pt modelId="{26AA2078-9293-476B-8A57-EF0200D18A41}" type="pres">
      <dgm:prSet presAssocID="{FF866E93-0F3A-4EA6-87F3-EB4101AC8EEF}" presName="spacer" presStyleCnt="0"/>
      <dgm:spPr/>
    </dgm:pt>
    <dgm:pt modelId="{5AE17C5D-E8FF-42D2-AE64-CC4DDCAE6200}" type="pres">
      <dgm:prSet presAssocID="{D79BDF7A-7939-4547-95E7-28CB2AB8BD05}" presName="parentText" presStyleLbl="node1" presStyleIdx="4" presStyleCnt="5">
        <dgm:presLayoutVars>
          <dgm:chMax val="0"/>
          <dgm:bulletEnabled val="1"/>
        </dgm:presLayoutVars>
      </dgm:prSet>
      <dgm:spPr/>
    </dgm:pt>
  </dgm:ptLst>
  <dgm:cxnLst>
    <dgm:cxn modelId="{AF4D1204-0BDB-4B6E-9ED8-7CC9BD9421BB}" type="presOf" srcId="{ACEE84EF-2471-4003-83E6-10CF15AE16BD}" destId="{6810E6EF-919F-44FD-8602-3CB490AC4EFD}" srcOrd="0" destOrd="0" presId="urn:microsoft.com/office/officeart/2005/8/layout/vList2"/>
    <dgm:cxn modelId="{FCC5F31E-D051-4B7B-B50E-580F025D5D3A}" srcId="{D2902F81-43F6-462C-B275-4C1DFB100E69}" destId="{1C1C0ED7-1B3F-4847-A031-516BC839514D}" srcOrd="1" destOrd="0" parTransId="{3751E81F-8051-4654-94BA-F205C1A9D380}" sibTransId="{1542AF7E-BC53-4465-9803-1979F4087C43}"/>
    <dgm:cxn modelId="{9378A22D-77E1-4030-9D29-9A312725F97F}" type="presOf" srcId="{D2902F81-43F6-462C-B275-4C1DFB100E69}" destId="{9ACE52E9-A2A3-48A7-B6C7-1ED1C074B2CA}" srcOrd="0" destOrd="0" presId="urn:microsoft.com/office/officeart/2005/8/layout/vList2"/>
    <dgm:cxn modelId="{A9C6F160-E1C9-49B0-8F9E-DDE06A3D5F21}" type="presOf" srcId="{C684A029-2672-47F3-8277-482BB52650F4}" destId="{0F0B5428-C850-4D50-A2B4-57155FC72288}" srcOrd="0" destOrd="2" presId="urn:microsoft.com/office/officeart/2005/8/layout/vList2"/>
    <dgm:cxn modelId="{26C7E361-DA85-412C-B2F8-6723BE02D6E1}" srcId="{8C67017F-78F8-4407-A53E-BF9A01D69497}" destId="{3FB9FE2F-E141-435E-8426-A0C72EFB0908}" srcOrd="0" destOrd="0" parTransId="{95337B9B-81C8-41A8-9F4B-FB6178E8C167}" sibTransId="{DB6E519D-3A77-4FCF-9834-0638AF48A77F}"/>
    <dgm:cxn modelId="{C32DE963-108F-47DE-A935-22A254C78F50}" srcId="{8C67017F-78F8-4407-A53E-BF9A01D69497}" destId="{D79BDF7A-7939-4547-95E7-28CB2AB8BD05}" srcOrd="4" destOrd="0" parTransId="{9AC31DAB-E6DA-4F5E-9D4A-DEBF5C572077}" sibTransId="{FE74CE32-E22F-4CAA-B4D6-B80F04211AF1}"/>
    <dgm:cxn modelId="{4D35E36C-8FAB-440F-A7A7-8117F9601730}" type="presOf" srcId="{4899C587-E5BA-40D0-BF2A-52D6188A3C4C}" destId="{0F0B5428-C850-4D50-A2B4-57155FC72288}" srcOrd="0" destOrd="0" presId="urn:microsoft.com/office/officeart/2005/8/layout/vList2"/>
    <dgm:cxn modelId="{6B80DA4D-0787-474A-B147-1827D1CCF602}" type="presOf" srcId="{3FB9FE2F-E141-435E-8426-A0C72EFB0908}" destId="{39E16F1D-01CD-4743-BDBA-4CEC02242851}" srcOrd="0" destOrd="0" presId="urn:microsoft.com/office/officeart/2005/8/layout/vList2"/>
    <dgm:cxn modelId="{DB464055-627F-463D-BD3B-B0425666DED2}" srcId="{D2902F81-43F6-462C-B275-4C1DFB100E69}" destId="{4899C587-E5BA-40D0-BF2A-52D6188A3C4C}" srcOrd="0" destOrd="0" parTransId="{23AB5967-2209-4345-99A7-632B59885161}" sibTransId="{BC9AC2CE-E852-4E99-8847-883DA5185BF6}"/>
    <dgm:cxn modelId="{81AC8F55-2ED0-486E-867C-AD9E7568B254}" type="presOf" srcId="{D79BDF7A-7939-4547-95E7-28CB2AB8BD05}" destId="{5AE17C5D-E8FF-42D2-AE64-CC4DDCAE6200}" srcOrd="0" destOrd="0" presId="urn:microsoft.com/office/officeart/2005/8/layout/vList2"/>
    <dgm:cxn modelId="{06DFEA7A-7228-4341-AF9A-886F14FB14A9}" type="presOf" srcId="{AC1525F1-04C8-43E6-89F9-6FBADF05ED89}" destId="{F4B083CD-D9BF-4E1F-8C37-408733E2C07F}" srcOrd="0" destOrd="0" presId="urn:microsoft.com/office/officeart/2005/8/layout/vList2"/>
    <dgm:cxn modelId="{0E80947D-B1E3-4325-955F-A877CEFB8200}" srcId="{8C67017F-78F8-4407-A53E-BF9A01D69497}" destId="{AC1525F1-04C8-43E6-89F9-6FBADF05ED89}" srcOrd="2" destOrd="0" parTransId="{62A6423C-3D37-4E73-8214-CFB1E3FFAB89}" sibTransId="{724AE7B3-E6F3-4A9C-96D4-DD5899B7AD47}"/>
    <dgm:cxn modelId="{46F0C784-E3C9-4904-B894-F90405184E80}" srcId="{8C67017F-78F8-4407-A53E-BF9A01D69497}" destId="{ACEE84EF-2471-4003-83E6-10CF15AE16BD}" srcOrd="3" destOrd="0" parTransId="{AA2A111A-112D-490E-A37C-AC7447105EF8}" sibTransId="{FF866E93-0F3A-4EA6-87F3-EB4101AC8EEF}"/>
    <dgm:cxn modelId="{E21A58B1-8BF9-4049-8C5A-243213E31DF4}" srcId="{D2902F81-43F6-462C-B275-4C1DFB100E69}" destId="{C684A029-2672-47F3-8277-482BB52650F4}" srcOrd="2" destOrd="0" parTransId="{9534D647-91F0-49E4-BA09-9BD695475BF7}" sibTransId="{5EC731D1-0F52-47ED-A4E2-C1CF10397B89}"/>
    <dgm:cxn modelId="{DE94B7E3-C729-4415-96D8-83CA38423283}" type="presOf" srcId="{1C1C0ED7-1B3F-4847-A031-516BC839514D}" destId="{0F0B5428-C850-4D50-A2B4-57155FC72288}" srcOrd="0" destOrd="1" presId="urn:microsoft.com/office/officeart/2005/8/layout/vList2"/>
    <dgm:cxn modelId="{53B8BCEF-EFC3-4281-885B-C42AEC249BA4}" type="presOf" srcId="{8C67017F-78F8-4407-A53E-BF9A01D69497}" destId="{46E8EA5E-D2EF-4A0F-B7E6-227901118EDD}" srcOrd="0" destOrd="0" presId="urn:microsoft.com/office/officeart/2005/8/layout/vList2"/>
    <dgm:cxn modelId="{42DBB4F6-BC90-48F5-866A-3509D2C07DAF}" srcId="{8C67017F-78F8-4407-A53E-BF9A01D69497}" destId="{D2902F81-43F6-462C-B275-4C1DFB100E69}" srcOrd="1" destOrd="0" parTransId="{45379E3E-7EA6-4E41-8B0B-47C8986B5C7A}" sibTransId="{701C6DB2-7E63-4EA0-B0F5-F6672B6A25EE}"/>
    <dgm:cxn modelId="{D4C70ADB-91B9-428C-BDA7-67073FB00A4E}" type="presParOf" srcId="{46E8EA5E-D2EF-4A0F-B7E6-227901118EDD}" destId="{39E16F1D-01CD-4743-BDBA-4CEC02242851}" srcOrd="0" destOrd="0" presId="urn:microsoft.com/office/officeart/2005/8/layout/vList2"/>
    <dgm:cxn modelId="{A78F0D21-B911-4A5B-83BE-543EA5FAC52A}" type="presParOf" srcId="{46E8EA5E-D2EF-4A0F-B7E6-227901118EDD}" destId="{9126860B-1C9A-41F7-8C6C-B1063DF3A070}" srcOrd="1" destOrd="0" presId="urn:microsoft.com/office/officeart/2005/8/layout/vList2"/>
    <dgm:cxn modelId="{A0ACD0FE-80CB-4EC7-B035-2106250F624A}" type="presParOf" srcId="{46E8EA5E-D2EF-4A0F-B7E6-227901118EDD}" destId="{9ACE52E9-A2A3-48A7-B6C7-1ED1C074B2CA}" srcOrd="2" destOrd="0" presId="urn:microsoft.com/office/officeart/2005/8/layout/vList2"/>
    <dgm:cxn modelId="{421B1BBC-B9AF-4850-B97A-C19F4716E6D7}" type="presParOf" srcId="{46E8EA5E-D2EF-4A0F-B7E6-227901118EDD}" destId="{0F0B5428-C850-4D50-A2B4-57155FC72288}" srcOrd="3" destOrd="0" presId="urn:microsoft.com/office/officeart/2005/8/layout/vList2"/>
    <dgm:cxn modelId="{FECA19AD-8114-487A-948B-D5D6C75010A1}" type="presParOf" srcId="{46E8EA5E-D2EF-4A0F-B7E6-227901118EDD}" destId="{F4B083CD-D9BF-4E1F-8C37-408733E2C07F}" srcOrd="4" destOrd="0" presId="urn:microsoft.com/office/officeart/2005/8/layout/vList2"/>
    <dgm:cxn modelId="{9E4F1172-90BA-4EF9-841F-0A603D823669}" type="presParOf" srcId="{46E8EA5E-D2EF-4A0F-B7E6-227901118EDD}" destId="{96A326B3-A5E4-492E-8811-0B484EAC06C3}" srcOrd="5" destOrd="0" presId="urn:microsoft.com/office/officeart/2005/8/layout/vList2"/>
    <dgm:cxn modelId="{D70512F7-06E6-4085-BF75-5E1EB73F3C1E}" type="presParOf" srcId="{46E8EA5E-D2EF-4A0F-B7E6-227901118EDD}" destId="{6810E6EF-919F-44FD-8602-3CB490AC4EFD}" srcOrd="6" destOrd="0" presId="urn:microsoft.com/office/officeart/2005/8/layout/vList2"/>
    <dgm:cxn modelId="{762F3D6F-5B22-4606-8C56-687BBCDADA51}" type="presParOf" srcId="{46E8EA5E-D2EF-4A0F-B7E6-227901118EDD}" destId="{26AA2078-9293-476B-8A57-EF0200D18A41}" srcOrd="7" destOrd="0" presId="urn:microsoft.com/office/officeart/2005/8/layout/vList2"/>
    <dgm:cxn modelId="{CB0DDF8D-C9B7-409A-938D-E55F3536D810}" type="presParOf" srcId="{46E8EA5E-D2EF-4A0F-B7E6-227901118EDD}" destId="{5AE17C5D-E8FF-42D2-AE64-CC4DDCAE6200}"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F995CD9-3A07-4793-AA89-49BC6C426A4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EC73490-DCA4-43C5-AF2D-979A3CD165FA}">
      <dgm:prSet/>
      <dgm:spPr/>
      <dgm:t>
        <a:bodyPr/>
        <a:lstStyle/>
        <a:p>
          <a:r>
            <a:rPr lang="en-US" b="1"/>
            <a:t>What We’re Seeing</a:t>
          </a:r>
          <a:endParaRPr lang="en-US"/>
        </a:p>
      </dgm:t>
    </dgm:pt>
    <dgm:pt modelId="{83274D7F-44AF-488F-BB0F-2073245BDB80}" type="parTrans" cxnId="{6E015194-39E0-4A1D-BA58-3F0A4A6E0DCF}">
      <dgm:prSet/>
      <dgm:spPr/>
      <dgm:t>
        <a:bodyPr/>
        <a:lstStyle/>
        <a:p>
          <a:endParaRPr lang="en-US"/>
        </a:p>
      </dgm:t>
    </dgm:pt>
    <dgm:pt modelId="{BDD2A357-B4B7-4269-B856-436AD9C992AF}" type="sibTrans" cxnId="{6E015194-39E0-4A1D-BA58-3F0A4A6E0DCF}">
      <dgm:prSet/>
      <dgm:spPr/>
      <dgm:t>
        <a:bodyPr/>
        <a:lstStyle/>
        <a:p>
          <a:endParaRPr lang="en-US"/>
        </a:p>
      </dgm:t>
    </dgm:pt>
    <dgm:pt modelId="{98BA684B-8588-4E97-932D-384D238E5304}">
      <dgm:prSet/>
      <dgm:spPr/>
      <dgm:t>
        <a:bodyPr/>
        <a:lstStyle/>
        <a:p>
          <a:r>
            <a:rPr lang="en-US"/>
            <a:t>Total operating costs are </a:t>
          </a:r>
          <a:r>
            <a:rPr lang="en-US" b="1"/>
            <a:t>above projections</a:t>
          </a:r>
          <a:r>
            <a:rPr lang="en-US"/>
            <a:t> </a:t>
          </a:r>
        </a:p>
      </dgm:t>
    </dgm:pt>
    <dgm:pt modelId="{2DA74FA0-123B-409B-9E34-7EA7BBFE1BF7}" type="parTrans" cxnId="{C7C878AC-2B62-44AE-A942-94A438B51089}">
      <dgm:prSet/>
      <dgm:spPr/>
      <dgm:t>
        <a:bodyPr/>
        <a:lstStyle/>
        <a:p>
          <a:endParaRPr lang="en-US"/>
        </a:p>
      </dgm:t>
    </dgm:pt>
    <dgm:pt modelId="{0619556F-701B-45ED-9188-7D31E1B78E95}" type="sibTrans" cxnId="{C7C878AC-2B62-44AE-A942-94A438B51089}">
      <dgm:prSet/>
      <dgm:spPr/>
      <dgm:t>
        <a:bodyPr/>
        <a:lstStyle/>
        <a:p>
          <a:endParaRPr lang="en-US"/>
        </a:p>
      </dgm:t>
    </dgm:pt>
    <dgm:pt modelId="{18C95556-030D-4E48-8962-79E92FF59FE1}">
      <dgm:prSet/>
      <dgm:spPr/>
      <dgm:t>
        <a:bodyPr/>
        <a:lstStyle/>
        <a:p>
          <a:r>
            <a:rPr lang="en-US"/>
            <a:t>Current workflow may be: </a:t>
          </a:r>
        </a:p>
      </dgm:t>
    </dgm:pt>
    <dgm:pt modelId="{666C41CA-FCD2-4547-B4C7-0AF7FEB7C82C}" type="parTrans" cxnId="{9F95BBDB-FDD5-48BD-B76A-50654414EAC6}">
      <dgm:prSet/>
      <dgm:spPr/>
      <dgm:t>
        <a:bodyPr/>
        <a:lstStyle/>
        <a:p>
          <a:endParaRPr lang="en-US"/>
        </a:p>
      </dgm:t>
    </dgm:pt>
    <dgm:pt modelId="{4AB5522A-30C0-461A-9201-95665CC3CC15}" type="sibTrans" cxnId="{9F95BBDB-FDD5-48BD-B76A-50654414EAC6}">
      <dgm:prSet/>
      <dgm:spPr/>
      <dgm:t>
        <a:bodyPr/>
        <a:lstStyle/>
        <a:p>
          <a:endParaRPr lang="en-US"/>
        </a:p>
      </dgm:t>
    </dgm:pt>
    <dgm:pt modelId="{9AE52889-2AB8-4A5B-8244-143A1345BB8F}">
      <dgm:prSet/>
      <dgm:spPr/>
      <dgm:t>
        <a:bodyPr/>
        <a:lstStyle/>
        <a:p>
          <a:r>
            <a:rPr lang="en-US" b="1"/>
            <a:t>Flagging too few claims</a:t>
          </a:r>
          <a:r>
            <a:rPr lang="en-US"/>
            <a:t> </a:t>
          </a:r>
        </a:p>
      </dgm:t>
    </dgm:pt>
    <dgm:pt modelId="{2CF951C4-1AB0-4300-9376-86125FA43151}" type="parTrans" cxnId="{398EB1F6-C993-4117-9C9B-C1EC97A41C46}">
      <dgm:prSet/>
      <dgm:spPr/>
      <dgm:t>
        <a:bodyPr/>
        <a:lstStyle/>
        <a:p>
          <a:endParaRPr lang="en-US"/>
        </a:p>
      </dgm:t>
    </dgm:pt>
    <dgm:pt modelId="{9E469CDD-4440-4F36-930C-BD0203D73713}" type="sibTrans" cxnId="{398EB1F6-C993-4117-9C9B-C1EC97A41C46}">
      <dgm:prSet/>
      <dgm:spPr/>
      <dgm:t>
        <a:bodyPr/>
        <a:lstStyle/>
        <a:p>
          <a:endParaRPr lang="en-US"/>
        </a:p>
      </dgm:t>
    </dgm:pt>
    <dgm:pt modelId="{883491CB-7868-4382-9242-55A2EB860046}">
      <dgm:prSet/>
      <dgm:spPr/>
      <dgm:t>
        <a:bodyPr/>
        <a:lstStyle/>
        <a:p>
          <a:r>
            <a:rPr lang="en-US" b="1"/>
            <a:t>Missing costly fraud cases</a:t>
          </a:r>
          <a:endParaRPr lang="en-US"/>
        </a:p>
      </dgm:t>
    </dgm:pt>
    <dgm:pt modelId="{182060C5-DC2C-4A86-9B2C-1D9AD7FCC564}" type="parTrans" cxnId="{3B7FCDBF-CBC4-42BD-BF0A-D8FBFFD23260}">
      <dgm:prSet/>
      <dgm:spPr/>
      <dgm:t>
        <a:bodyPr/>
        <a:lstStyle/>
        <a:p>
          <a:endParaRPr lang="en-US"/>
        </a:p>
      </dgm:t>
    </dgm:pt>
    <dgm:pt modelId="{9911DA72-FBF4-477B-B22A-3F1FB26E738C}" type="sibTrans" cxnId="{3B7FCDBF-CBC4-42BD-BF0A-D8FBFFD23260}">
      <dgm:prSet/>
      <dgm:spPr/>
      <dgm:t>
        <a:bodyPr/>
        <a:lstStyle/>
        <a:p>
          <a:endParaRPr lang="en-US"/>
        </a:p>
      </dgm:t>
    </dgm:pt>
    <dgm:pt modelId="{3543AF15-1EF3-4C80-A99C-B76A2721761D}">
      <dgm:prSet/>
      <dgm:spPr/>
      <dgm:t>
        <a:bodyPr/>
        <a:lstStyle/>
        <a:p>
          <a:r>
            <a:rPr lang="en-US" b="1"/>
            <a:t>What This Suggests</a:t>
          </a:r>
          <a:endParaRPr lang="en-US"/>
        </a:p>
      </dgm:t>
    </dgm:pt>
    <dgm:pt modelId="{9F646984-9786-476F-B4B2-D0251B5D5151}" type="parTrans" cxnId="{2B7E0FBC-06B4-40A3-AFCE-CCC7C9FB07C4}">
      <dgm:prSet/>
      <dgm:spPr/>
      <dgm:t>
        <a:bodyPr/>
        <a:lstStyle/>
        <a:p>
          <a:endParaRPr lang="en-US"/>
        </a:p>
      </dgm:t>
    </dgm:pt>
    <dgm:pt modelId="{1F0F8BA0-58E3-4422-8004-B6A4C1671EB1}" type="sibTrans" cxnId="{2B7E0FBC-06B4-40A3-AFCE-CCC7C9FB07C4}">
      <dgm:prSet/>
      <dgm:spPr/>
      <dgm:t>
        <a:bodyPr/>
        <a:lstStyle/>
        <a:p>
          <a:endParaRPr lang="en-US"/>
        </a:p>
      </dgm:t>
    </dgm:pt>
    <dgm:pt modelId="{D7F58876-4A68-4393-A8B3-146474064CA4}">
      <dgm:prSet/>
      <dgm:spPr/>
      <dgm:t>
        <a:bodyPr/>
        <a:lstStyle/>
        <a:p>
          <a:r>
            <a:rPr lang="en-US"/>
            <a:t>The </a:t>
          </a:r>
          <a:r>
            <a:rPr lang="en-US" b="1"/>
            <a:t>10% threshold may be too high</a:t>
          </a:r>
          <a:r>
            <a:rPr lang="en-US"/>
            <a:t> </a:t>
          </a:r>
        </a:p>
      </dgm:t>
    </dgm:pt>
    <dgm:pt modelId="{CB067F42-0E48-4D90-A529-B777EFE9F450}" type="parTrans" cxnId="{DAC1CADE-4AF4-41F6-91EF-A188529C0F85}">
      <dgm:prSet/>
      <dgm:spPr/>
      <dgm:t>
        <a:bodyPr/>
        <a:lstStyle/>
        <a:p>
          <a:endParaRPr lang="en-US"/>
        </a:p>
      </dgm:t>
    </dgm:pt>
    <dgm:pt modelId="{41F9FB07-E1ED-4BF8-AFD0-26C842759693}" type="sibTrans" cxnId="{DAC1CADE-4AF4-41F6-91EF-A188529C0F85}">
      <dgm:prSet/>
      <dgm:spPr/>
      <dgm:t>
        <a:bodyPr/>
        <a:lstStyle/>
        <a:p>
          <a:endParaRPr lang="en-US"/>
        </a:p>
      </dgm:t>
    </dgm:pt>
    <dgm:pt modelId="{8026AB4F-2191-46E8-8F3D-960F351ACCF7}">
      <dgm:prSet/>
      <dgm:spPr/>
      <dgm:t>
        <a:bodyPr/>
        <a:lstStyle/>
        <a:p>
          <a:r>
            <a:rPr lang="en-US"/>
            <a:t>Or the model may behave differently </a:t>
          </a:r>
          <a:r>
            <a:rPr lang="en-US" b="1"/>
            <a:t>in practice vs theory</a:t>
          </a:r>
          <a:endParaRPr lang="en-US"/>
        </a:p>
      </dgm:t>
    </dgm:pt>
    <dgm:pt modelId="{C4276902-53BF-4190-8ADF-B7E45B65E327}" type="parTrans" cxnId="{FAF54CB2-A999-4A06-A5D1-4EC02B6DD705}">
      <dgm:prSet/>
      <dgm:spPr/>
      <dgm:t>
        <a:bodyPr/>
        <a:lstStyle/>
        <a:p>
          <a:endParaRPr lang="en-US"/>
        </a:p>
      </dgm:t>
    </dgm:pt>
    <dgm:pt modelId="{491377B3-00F6-492B-82D4-84437764F717}" type="sibTrans" cxnId="{FAF54CB2-A999-4A06-A5D1-4EC02B6DD705}">
      <dgm:prSet/>
      <dgm:spPr/>
      <dgm:t>
        <a:bodyPr/>
        <a:lstStyle/>
        <a:p>
          <a:endParaRPr lang="en-US"/>
        </a:p>
      </dgm:t>
    </dgm:pt>
    <dgm:pt modelId="{788FE6C3-225A-4EE7-A1AB-1E9042649A80}" type="pres">
      <dgm:prSet presAssocID="{4F995CD9-3A07-4793-AA89-49BC6C426A41}" presName="root" presStyleCnt="0">
        <dgm:presLayoutVars>
          <dgm:dir/>
          <dgm:resizeHandles val="exact"/>
        </dgm:presLayoutVars>
      </dgm:prSet>
      <dgm:spPr/>
    </dgm:pt>
    <dgm:pt modelId="{342D3BDE-6331-4282-AC0A-FFC56147A891}" type="pres">
      <dgm:prSet presAssocID="{EEC73490-DCA4-43C5-AF2D-979A3CD165FA}" presName="compNode" presStyleCnt="0"/>
      <dgm:spPr/>
    </dgm:pt>
    <dgm:pt modelId="{B2712EA0-31C0-456A-BAB9-4CE397BDC7C1}" type="pres">
      <dgm:prSet presAssocID="{EEC73490-DCA4-43C5-AF2D-979A3CD165FA}" presName="bgRect" presStyleLbl="bgShp" presStyleIdx="0" presStyleCnt="6"/>
      <dgm:spPr/>
    </dgm:pt>
    <dgm:pt modelId="{7F66D55C-BF0A-49E1-8944-37188913A728}" type="pres">
      <dgm:prSet presAssocID="{EEC73490-DCA4-43C5-AF2D-979A3CD165FA}"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Eye"/>
        </a:ext>
      </dgm:extLst>
    </dgm:pt>
    <dgm:pt modelId="{4778E62D-847D-4072-B46C-DC13880864A3}" type="pres">
      <dgm:prSet presAssocID="{EEC73490-DCA4-43C5-AF2D-979A3CD165FA}" presName="spaceRect" presStyleCnt="0"/>
      <dgm:spPr/>
    </dgm:pt>
    <dgm:pt modelId="{F84791D1-75BF-4EC0-92D1-CBE05DB7976B}" type="pres">
      <dgm:prSet presAssocID="{EEC73490-DCA4-43C5-AF2D-979A3CD165FA}" presName="parTx" presStyleLbl="revTx" presStyleIdx="0" presStyleCnt="7">
        <dgm:presLayoutVars>
          <dgm:chMax val="0"/>
          <dgm:chPref val="0"/>
        </dgm:presLayoutVars>
      </dgm:prSet>
      <dgm:spPr/>
    </dgm:pt>
    <dgm:pt modelId="{8C7200B8-7A7C-456D-AED9-C873DC53EF7F}" type="pres">
      <dgm:prSet presAssocID="{BDD2A357-B4B7-4269-B856-436AD9C992AF}" presName="sibTrans" presStyleCnt="0"/>
      <dgm:spPr/>
    </dgm:pt>
    <dgm:pt modelId="{80CBE013-4E19-4927-BC03-407E998902DE}" type="pres">
      <dgm:prSet presAssocID="{98BA684B-8588-4E97-932D-384D238E5304}" presName="compNode" presStyleCnt="0"/>
      <dgm:spPr/>
    </dgm:pt>
    <dgm:pt modelId="{AEF1BEBF-C6A7-422A-9744-000383F2A8D7}" type="pres">
      <dgm:prSet presAssocID="{98BA684B-8588-4E97-932D-384D238E5304}" presName="bgRect" presStyleLbl="bgShp" presStyleIdx="1" presStyleCnt="6"/>
      <dgm:spPr/>
    </dgm:pt>
    <dgm:pt modelId="{F5DC4665-073C-4E11-849C-BF7ECD91B6E1}" type="pres">
      <dgm:prSet presAssocID="{98BA684B-8588-4E97-932D-384D238E5304}"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ey"/>
        </a:ext>
      </dgm:extLst>
    </dgm:pt>
    <dgm:pt modelId="{3A865F39-D39A-4C6F-A1B6-B2C836C9899A}" type="pres">
      <dgm:prSet presAssocID="{98BA684B-8588-4E97-932D-384D238E5304}" presName="spaceRect" presStyleCnt="0"/>
      <dgm:spPr/>
    </dgm:pt>
    <dgm:pt modelId="{E10EF30F-1C4E-49E1-8B0F-313F90918008}" type="pres">
      <dgm:prSet presAssocID="{98BA684B-8588-4E97-932D-384D238E5304}" presName="parTx" presStyleLbl="revTx" presStyleIdx="1" presStyleCnt="7">
        <dgm:presLayoutVars>
          <dgm:chMax val="0"/>
          <dgm:chPref val="0"/>
        </dgm:presLayoutVars>
      </dgm:prSet>
      <dgm:spPr/>
    </dgm:pt>
    <dgm:pt modelId="{C7AA3B22-D3DA-46D7-9602-F76350E25F68}" type="pres">
      <dgm:prSet presAssocID="{0619556F-701B-45ED-9188-7D31E1B78E95}" presName="sibTrans" presStyleCnt="0"/>
      <dgm:spPr/>
    </dgm:pt>
    <dgm:pt modelId="{4C41D80B-9EB7-46AA-8E08-0E9E49B419C0}" type="pres">
      <dgm:prSet presAssocID="{18C95556-030D-4E48-8962-79E92FF59FE1}" presName="compNode" presStyleCnt="0"/>
      <dgm:spPr/>
    </dgm:pt>
    <dgm:pt modelId="{C760BD60-2DB5-4E72-8474-13A4F71FE787}" type="pres">
      <dgm:prSet presAssocID="{18C95556-030D-4E48-8962-79E92FF59FE1}" presName="bgRect" presStyleLbl="bgShp" presStyleIdx="2" presStyleCnt="6"/>
      <dgm:spPr/>
    </dgm:pt>
    <dgm:pt modelId="{FF4064D3-349D-4C39-BAB2-759B3C6DC201}" type="pres">
      <dgm:prSet presAssocID="{18C95556-030D-4E48-8962-79E92FF59FE1}"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Warning"/>
        </a:ext>
      </dgm:extLst>
    </dgm:pt>
    <dgm:pt modelId="{EBF09943-7DE2-4BAC-9D4F-D1F6E9F2B99A}" type="pres">
      <dgm:prSet presAssocID="{18C95556-030D-4E48-8962-79E92FF59FE1}" presName="spaceRect" presStyleCnt="0"/>
      <dgm:spPr/>
    </dgm:pt>
    <dgm:pt modelId="{2B19E153-53CD-4C49-8FD1-E29DC5700328}" type="pres">
      <dgm:prSet presAssocID="{18C95556-030D-4E48-8962-79E92FF59FE1}" presName="parTx" presStyleLbl="revTx" presStyleIdx="2" presStyleCnt="7">
        <dgm:presLayoutVars>
          <dgm:chMax val="0"/>
          <dgm:chPref val="0"/>
        </dgm:presLayoutVars>
      </dgm:prSet>
      <dgm:spPr/>
    </dgm:pt>
    <dgm:pt modelId="{BB944593-1937-437C-AFFE-6AE5604E4737}" type="pres">
      <dgm:prSet presAssocID="{18C95556-030D-4E48-8962-79E92FF59FE1}" presName="desTx" presStyleLbl="revTx" presStyleIdx="3" presStyleCnt="7">
        <dgm:presLayoutVars/>
      </dgm:prSet>
      <dgm:spPr/>
    </dgm:pt>
    <dgm:pt modelId="{3D9C9922-AA90-464F-A9D5-38E42A80A9D2}" type="pres">
      <dgm:prSet presAssocID="{4AB5522A-30C0-461A-9201-95665CC3CC15}" presName="sibTrans" presStyleCnt="0"/>
      <dgm:spPr/>
    </dgm:pt>
    <dgm:pt modelId="{D9FD03AE-3F64-4CBF-8C0F-8ED0FEACAE9F}" type="pres">
      <dgm:prSet presAssocID="{3543AF15-1EF3-4C80-A99C-B76A2721761D}" presName="compNode" presStyleCnt="0"/>
      <dgm:spPr/>
    </dgm:pt>
    <dgm:pt modelId="{81ABD9B6-8E83-4A23-A104-90D989263403}" type="pres">
      <dgm:prSet presAssocID="{3543AF15-1EF3-4C80-A99C-B76A2721761D}" presName="bgRect" presStyleLbl="bgShp" presStyleIdx="3" presStyleCnt="6"/>
      <dgm:spPr/>
    </dgm:pt>
    <dgm:pt modelId="{F9F74776-A868-4879-88D1-3F39E89F65BC}" type="pres">
      <dgm:prSet presAssocID="{3543AF15-1EF3-4C80-A99C-B76A2721761D}"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85A10B0F-F68C-42C3-ACC0-0776DBA13E40}" type="pres">
      <dgm:prSet presAssocID="{3543AF15-1EF3-4C80-A99C-B76A2721761D}" presName="spaceRect" presStyleCnt="0"/>
      <dgm:spPr/>
    </dgm:pt>
    <dgm:pt modelId="{CB07DF1F-DA04-4B24-BAE9-90FBA1147F60}" type="pres">
      <dgm:prSet presAssocID="{3543AF15-1EF3-4C80-A99C-B76A2721761D}" presName="parTx" presStyleLbl="revTx" presStyleIdx="4" presStyleCnt="7">
        <dgm:presLayoutVars>
          <dgm:chMax val="0"/>
          <dgm:chPref val="0"/>
        </dgm:presLayoutVars>
      </dgm:prSet>
      <dgm:spPr/>
    </dgm:pt>
    <dgm:pt modelId="{83ADEB58-0C46-4422-9C24-51C7040F062A}" type="pres">
      <dgm:prSet presAssocID="{1F0F8BA0-58E3-4422-8004-B6A4C1671EB1}" presName="sibTrans" presStyleCnt="0"/>
      <dgm:spPr/>
    </dgm:pt>
    <dgm:pt modelId="{16FF886E-646F-4A89-AF7B-3C55F24E8306}" type="pres">
      <dgm:prSet presAssocID="{D7F58876-4A68-4393-A8B3-146474064CA4}" presName="compNode" presStyleCnt="0"/>
      <dgm:spPr/>
    </dgm:pt>
    <dgm:pt modelId="{29680DCC-1B35-465E-8246-15536C3A5570}" type="pres">
      <dgm:prSet presAssocID="{D7F58876-4A68-4393-A8B3-146474064CA4}" presName="bgRect" presStyleLbl="bgShp" presStyleIdx="4" presStyleCnt="6"/>
      <dgm:spPr/>
    </dgm:pt>
    <dgm:pt modelId="{B3F5C4BF-9A6D-4A39-962C-67E4E86FE9F7}" type="pres">
      <dgm:prSet presAssocID="{D7F58876-4A68-4393-A8B3-146474064CA4}"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Mountains"/>
        </a:ext>
      </dgm:extLst>
    </dgm:pt>
    <dgm:pt modelId="{63019580-071D-4C75-B222-ABACBF291641}" type="pres">
      <dgm:prSet presAssocID="{D7F58876-4A68-4393-A8B3-146474064CA4}" presName="spaceRect" presStyleCnt="0"/>
      <dgm:spPr/>
    </dgm:pt>
    <dgm:pt modelId="{83349401-FE71-46F2-8EA5-032E200A2B08}" type="pres">
      <dgm:prSet presAssocID="{D7F58876-4A68-4393-A8B3-146474064CA4}" presName="parTx" presStyleLbl="revTx" presStyleIdx="5" presStyleCnt="7">
        <dgm:presLayoutVars>
          <dgm:chMax val="0"/>
          <dgm:chPref val="0"/>
        </dgm:presLayoutVars>
      </dgm:prSet>
      <dgm:spPr/>
    </dgm:pt>
    <dgm:pt modelId="{F53A1FE6-647B-4AE6-A80F-26DF7AA6A2F9}" type="pres">
      <dgm:prSet presAssocID="{41F9FB07-E1ED-4BF8-AFD0-26C842759693}" presName="sibTrans" presStyleCnt="0"/>
      <dgm:spPr/>
    </dgm:pt>
    <dgm:pt modelId="{8842FB27-DD7D-4D11-B73B-7809AEEE1CB0}" type="pres">
      <dgm:prSet presAssocID="{8026AB4F-2191-46E8-8F3D-960F351ACCF7}" presName="compNode" presStyleCnt="0"/>
      <dgm:spPr/>
    </dgm:pt>
    <dgm:pt modelId="{F8091602-6CB0-4BE5-8D65-A0A5FA9EA707}" type="pres">
      <dgm:prSet presAssocID="{8026AB4F-2191-46E8-8F3D-960F351ACCF7}" presName="bgRect" presStyleLbl="bgShp" presStyleIdx="5" presStyleCnt="6"/>
      <dgm:spPr/>
    </dgm:pt>
    <dgm:pt modelId="{8F7C9E4D-20E3-455E-B065-2EBE9990E180}" type="pres">
      <dgm:prSet presAssocID="{8026AB4F-2191-46E8-8F3D-960F351ACCF7}"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870BE934-8FC3-4F8C-8EBC-F015C7CFDFAF}" type="pres">
      <dgm:prSet presAssocID="{8026AB4F-2191-46E8-8F3D-960F351ACCF7}" presName="spaceRect" presStyleCnt="0"/>
      <dgm:spPr/>
    </dgm:pt>
    <dgm:pt modelId="{0ECB0E78-FA45-4B83-9598-A5130CFE891E}" type="pres">
      <dgm:prSet presAssocID="{8026AB4F-2191-46E8-8F3D-960F351ACCF7}" presName="parTx" presStyleLbl="revTx" presStyleIdx="6" presStyleCnt="7">
        <dgm:presLayoutVars>
          <dgm:chMax val="0"/>
          <dgm:chPref val="0"/>
        </dgm:presLayoutVars>
      </dgm:prSet>
      <dgm:spPr/>
    </dgm:pt>
  </dgm:ptLst>
  <dgm:cxnLst>
    <dgm:cxn modelId="{1943CB1E-97FF-426B-AAF1-81F7C7921B3B}" type="presOf" srcId="{D7F58876-4A68-4393-A8B3-146474064CA4}" destId="{83349401-FE71-46F2-8EA5-032E200A2B08}" srcOrd="0" destOrd="0" presId="urn:microsoft.com/office/officeart/2018/2/layout/IconVerticalSolidList"/>
    <dgm:cxn modelId="{156AE967-0D9E-436E-AF84-AC3B9665DB4E}" type="presOf" srcId="{883491CB-7868-4382-9242-55A2EB860046}" destId="{BB944593-1937-437C-AFFE-6AE5604E4737}" srcOrd="0" destOrd="1" presId="urn:microsoft.com/office/officeart/2018/2/layout/IconVerticalSolidList"/>
    <dgm:cxn modelId="{3885194B-B487-44B1-860B-4F70C6400112}" type="presOf" srcId="{4F995CD9-3A07-4793-AA89-49BC6C426A41}" destId="{788FE6C3-225A-4EE7-A1AB-1E9042649A80}" srcOrd="0" destOrd="0" presId="urn:microsoft.com/office/officeart/2018/2/layout/IconVerticalSolidList"/>
    <dgm:cxn modelId="{C279AF50-0535-4460-ADF6-C7E40945DED7}" type="presOf" srcId="{3543AF15-1EF3-4C80-A99C-B76A2721761D}" destId="{CB07DF1F-DA04-4B24-BAE9-90FBA1147F60}" srcOrd="0" destOrd="0" presId="urn:microsoft.com/office/officeart/2018/2/layout/IconVerticalSolidList"/>
    <dgm:cxn modelId="{6E015194-39E0-4A1D-BA58-3F0A4A6E0DCF}" srcId="{4F995CD9-3A07-4793-AA89-49BC6C426A41}" destId="{EEC73490-DCA4-43C5-AF2D-979A3CD165FA}" srcOrd="0" destOrd="0" parTransId="{83274D7F-44AF-488F-BB0F-2073245BDB80}" sibTransId="{BDD2A357-B4B7-4269-B856-436AD9C992AF}"/>
    <dgm:cxn modelId="{EA29DE9D-039E-4A30-B65F-967FADD523C0}" type="presOf" srcId="{18C95556-030D-4E48-8962-79E92FF59FE1}" destId="{2B19E153-53CD-4C49-8FD1-E29DC5700328}" srcOrd="0" destOrd="0" presId="urn:microsoft.com/office/officeart/2018/2/layout/IconVerticalSolidList"/>
    <dgm:cxn modelId="{C7C878AC-2B62-44AE-A942-94A438B51089}" srcId="{4F995CD9-3A07-4793-AA89-49BC6C426A41}" destId="{98BA684B-8588-4E97-932D-384D238E5304}" srcOrd="1" destOrd="0" parTransId="{2DA74FA0-123B-409B-9E34-7EA7BBFE1BF7}" sibTransId="{0619556F-701B-45ED-9188-7D31E1B78E95}"/>
    <dgm:cxn modelId="{FAF54CB2-A999-4A06-A5D1-4EC02B6DD705}" srcId="{4F995CD9-3A07-4793-AA89-49BC6C426A41}" destId="{8026AB4F-2191-46E8-8F3D-960F351ACCF7}" srcOrd="5" destOrd="0" parTransId="{C4276902-53BF-4190-8ADF-B7E45B65E327}" sibTransId="{491377B3-00F6-492B-82D4-84437764F717}"/>
    <dgm:cxn modelId="{2B7E0FBC-06B4-40A3-AFCE-CCC7C9FB07C4}" srcId="{4F995CD9-3A07-4793-AA89-49BC6C426A41}" destId="{3543AF15-1EF3-4C80-A99C-B76A2721761D}" srcOrd="3" destOrd="0" parTransId="{9F646984-9786-476F-B4B2-D0251B5D5151}" sibTransId="{1F0F8BA0-58E3-4422-8004-B6A4C1671EB1}"/>
    <dgm:cxn modelId="{4168C3BF-4392-48CE-99A0-F648F01E2AD6}" type="presOf" srcId="{8026AB4F-2191-46E8-8F3D-960F351ACCF7}" destId="{0ECB0E78-FA45-4B83-9598-A5130CFE891E}" srcOrd="0" destOrd="0" presId="urn:microsoft.com/office/officeart/2018/2/layout/IconVerticalSolidList"/>
    <dgm:cxn modelId="{3B7FCDBF-CBC4-42BD-BF0A-D8FBFFD23260}" srcId="{18C95556-030D-4E48-8962-79E92FF59FE1}" destId="{883491CB-7868-4382-9242-55A2EB860046}" srcOrd="1" destOrd="0" parTransId="{182060C5-DC2C-4A86-9B2C-1D9AD7FCC564}" sibTransId="{9911DA72-FBF4-477B-B22A-3F1FB26E738C}"/>
    <dgm:cxn modelId="{6F5C97CB-45BE-4BBB-98AF-6411F7AE4236}" type="presOf" srcId="{98BA684B-8588-4E97-932D-384D238E5304}" destId="{E10EF30F-1C4E-49E1-8B0F-313F90918008}" srcOrd="0" destOrd="0" presId="urn:microsoft.com/office/officeart/2018/2/layout/IconVerticalSolidList"/>
    <dgm:cxn modelId="{570434D5-A61F-4F79-AA21-B91F724090A8}" type="presOf" srcId="{9AE52889-2AB8-4A5B-8244-143A1345BB8F}" destId="{BB944593-1937-437C-AFFE-6AE5604E4737}" srcOrd="0" destOrd="0" presId="urn:microsoft.com/office/officeart/2018/2/layout/IconVerticalSolidList"/>
    <dgm:cxn modelId="{9F95BBDB-FDD5-48BD-B76A-50654414EAC6}" srcId="{4F995CD9-3A07-4793-AA89-49BC6C426A41}" destId="{18C95556-030D-4E48-8962-79E92FF59FE1}" srcOrd="2" destOrd="0" parTransId="{666C41CA-FCD2-4547-B4C7-0AF7FEB7C82C}" sibTransId="{4AB5522A-30C0-461A-9201-95665CC3CC15}"/>
    <dgm:cxn modelId="{DAC1CADE-4AF4-41F6-91EF-A188529C0F85}" srcId="{4F995CD9-3A07-4793-AA89-49BC6C426A41}" destId="{D7F58876-4A68-4393-A8B3-146474064CA4}" srcOrd="4" destOrd="0" parTransId="{CB067F42-0E48-4D90-A529-B777EFE9F450}" sibTransId="{41F9FB07-E1ED-4BF8-AFD0-26C842759693}"/>
    <dgm:cxn modelId="{666799E6-CE1D-4688-899E-3E234135C6B3}" type="presOf" srcId="{EEC73490-DCA4-43C5-AF2D-979A3CD165FA}" destId="{F84791D1-75BF-4EC0-92D1-CBE05DB7976B}" srcOrd="0" destOrd="0" presId="urn:microsoft.com/office/officeart/2018/2/layout/IconVerticalSolidList"/>
    <dgm:cxn modelId="{398EB1F6-C993-4117-9C9B-C1EC97A41C46}" srcId="{18C95556-030D-4E48-8962-79E92FF59FE1}" destId="{9AE52889-2AB8-4A5B-8244-143A1345BB8F}" srcOrd="0" destOrd="0" parTransId="{2CF951C4-1AB0-4300-9376-86125FA43151}" sibTransId="{9E469CDD-4440-4F36-930C-BD0203D73713}"/>
    <dgm:cxn modelId="{98C435BD-AABE-4379-AA83-D51AE7E1704E}" type="presParOf" srcId="{788FE6C3-225A-4EE7-A1AB-1E9042649A80}" destId="{342D3BDE-6331-4282-AC0A-FFC56147A891}" srcOrd="0" destOrd="0" presId="urn:microsoft.com/office/officeart/2018/2/layout/IconVerticalSolidList"/>
    <dgm:cxn modelId="{A041EF92-39CE-45F5-8A21-3AEF1F4FED03}" type="presParOf" srcId="{342D3BDE-6331-4282-AC0A-FFC56147A891}" destId="{B2712EA0-31C0-456A-BAB9-4CE397BDC7C1}" srcOrd="0" destOrd="0" presId="urn:microsoft.com/office/officeart/2018/2/layout/IconVerticalSolidList"/>
    <dgm:cxn modelId="{77A56FEB-3D3E-40FF-88EA-81884BD797CB}" type="presParOf" srcId="{342D3BDE-6331-4282-AC0A-FFC56147A891}" destId="{7F66D55C-BF0A-49E1-8944-37188913A728}" srcOrd="1" destOrd="0" presId="urn:microsoft.com/office/officeart/2018/2/layout/IconVerticalSolidList"/>
    <dgm:cxn modelId="{3CF7860C-378C-4BD3-89B3-AF005E3891EF}" type="presParOf" srcId="{342D3BDE-6331-4282-AC0A-FFC56147A891}" destId="{4778E62D-847D-4072-B46C-DC13880864A3}" srcOrd="2" destOrd="0" presId="urn:microsoft.com/office/officeart/2018/2/layout/IconVerticalSolidList"/>
    <dgm:cxn modelId="{782FC219-21D2-48FA-B95C-AEBCE0635E26}" type="presParOf" srcId="{342D3BDE-6331-4282-AC0A-FFC56147A891}" destId="{F84791D1-75BF-4EC0-92D1-CBE05DB7976B}" srcOrd="3" destOrd="0" presId="urn:microsoft.com/office/officeart/2018/2/layout/IconVerticalSolidList"/>
    <dgm:cxn modelId="{AC3D5BFA-770F-446D-83D7-CC987633C666}" type="presParOf" srcId="{788FE6C3-225A-4EE7-A1AB-1E9042649A80}" destId="{8C7200B8-7A7C-456D-AED9-C873DC53EF7F}" srcOrd="1" destOrd="0" presId="urn:microsoft.com/office/officeart/2018/2/layout/IconVerticalSolidList"/>
    <dgm:cxn modelId="{3F67AA9C-CBE8-4014-98AC-C06FC7666545}" type="presParOf" srcId="{788FE6C3-225A-4EE7-A1AB-1E9042649A80}" destId="{80CBE013-4E19-4927-BC03-407E998902DE}" srcOrd="2" destOrd="0" presId="urn:microsoft.com/office/officeart/2018/2/layout/IconVerticalSolidList"/>
    <dgm:cxn modelId="{4601CE26-D509-4ECE-B640-5D8748715476}" type="presParOf" srcId="{80CBE013-4E19-4927-BC03-407E998902DE}" destId="{AEF1BEBF-C6A7-422A-9744-000383F2A8D7}" srcOrd="0" destOrd="0" presId="urn:microsoft.com/office/officeart/2018/2/layout/IconVerticalSolidList"/>
    <dgm:cxn modelId="{49C22C99-AF75-4C43-A2B2-61B89F6B6944}" type="presParOf" srcId="{80CBE013-4E19-4927-BC03-407E998902DE}" destId="{F5DC4665-073C-4E11-849C-BF7ECD91B6E1}" srcOrd="1" destOrd="0" presId="urn:microsoft.com/office/officeart/2018/2/layout/IconVerticalSolidList"/>
    <dgm:cxn modelId="{30DFAAF5-033F-401C-93E5-04418C15144A}" type="presParOf" srcId="{80CBE013-4E19-4927-BC03-407E998902DE}" destId="{3A865F39-D39A-4C6F-A1B6-B2C836C9899A}" srcOrd="2" destOrd="0" presId="urn:microsoft.com/office/officeart/2018/2/layout/IconVerticalSolidList"/>
    <dgm:cxn modelId="{BF27418A-AE43-458E-83A9-5135142F40AE}" type="presParOf" srcId="{80CBE013-4E19-4927-BC03-407E998902DE}" destId="{E10EF30F-1C4E-49E1-8B0F-313F90918008}" srcOrd="3" destOrd="0" presId="urn:microsoft.com/office/officeart/2018/2/layout/IconVerticalSolidList"/>
    <dgm:cxn modelId="{1CC7632A-5462-469D-B3C0-FBEA41D054AE}" type="presParOf" srcId="{788FE6C3-225A-4EE7-A1AB-1E9042649A80}" destId="{C7AA3B22-D3DA-46D7-9602-F76350E25F68}" srcOrd="3" destOrd="0" presId="urn:microsoft.com/office/officeart/2018/2/layout/IconVerticalSolidList"/>
    <dgm:cxn modelId="{D11DFD50-9302-4861-97FD-D5FD4EDE3722}" type="presParOf" srcId="{788FE6C3-225A-4EE7-A1AB-1E9042649A80}" destId="{4C41D80B-9EB7-46AA-8E08-0E9E49B419C0}" srcOrd="4" destOrd="0" presId="urn:microsoft.com/office/officeart/2018/2/layout/IconVerticalSolidList"/>
    <dgm:cxn modelId="{FAD59CAB-9A6C-41FD-96CB-EEC05D87C741}" type="presParOf" srcId="{4C41D80B-9EB7-46AA-8E08-0E9E49B419C0}" destId="{C760BD60-2DB5-4E72-8474-13A4F71FE787}" srcOrd="0" destOrd="0" presId="urn:microsoft.com/office/officeart/2018/2/layout/IconVerticalSolidList"/>
    <dgm:cxn modelId="{458D2708-26E0-42C1-B93E-F1FD4A17A865}" type="presParOf" srcId="{4C41D80B-9EB7-46AA-8E08-0E9E49B419C0}" destId="{FF4064D3-349D-4C39-BAB2-759B3C6DC201}" srcOrd="1" destOrd="0" presId="urn:microsoft.com/office/officeart/2018/2/layout/IconVerticalSolidList"/>
    <dgm:cxn modelId="{B0CF30B1-E7B2-4972-B210-32091ABDFF9B}" type="presParOf" srcId="{4C41D80B-9EB7-46AA-8E08-0E9E49B419C0}" destId="{EBF09943-7DE2-4BAC-9D4F-D1F6E9F2B99A}" srcOrd="2" destOrd="0" presId="urn:microsoft.com/office/officeart/2018/2/layout/IconVerticalSolidList"/>
    <dgm:cxn modelId="{3636CACD-50F8-45E1-9687-DFEDF570A138}" type="presParOf" srcId="{4C41D80B-9EB7-46AA-8E08-0E9E49B419C0}" destId="{2B19E153-53CD-4C49-8FD1-E29DC5700328}" srcOrd="3" destOrd="0" presId="urn:microsoft.com/office/officeart/2018/2/layout/IconVerticalSolidList"/>
    <dgm:cxn modelId="{0D200C32-48DA-45E5-AD68-ACB322FA5EE1}" type="presParOf" srcId="{4C41D80B-9EB7-46AA-8E08-0E9E49B419C0}" destId="{BB944593-1937-437C-AFFE-6AE5604E4737}" srcOrd="4" destOrd="0" presId="urn:microsoft.com/office/officeart/2018/2/layout/IconVerticalSolidList"/>
    <dgm:cxn modelId="{94F9BFD4-44B1-43D0-A79E-F73D0C4F7FFE}" type="presParOf" srcId="{788FE6C3-225A-4EE7-A1AB-1E9042649A80}" destId="{3D9C9922-AA90-464F-A9D5-38E42A80A9D2}" srcOrd="5" destOrd="0" presId="urn:microsoft.com/office/officeart/2018/2/layout/IconVerticalSolidList"/>
    <dgm:cxn modelId="{750E8E57-2555-4FBE-92B3-69B4D8284914}" type="presParOf" srcId="{788FE6C3-225A-4EE7-A1AB-1E9042649A80}" destId="{D9FD03AE-3F64-4CBF-8C0F-8ED0FEACAE9F}" srcOrd="6" destOrd="0" presId="urn:microsoft.com/office/officeart/2018/2/layout/IconVerticalSolidList"/>
    <dgm:cxn modelId="{8F533B22-CA09-4CB3-AC9D-1D78C82AC824}" type="presParOf" srcId="{D9FD03AE-3F64-4CBF-8C0F-8ED0FEACAE9F}" destId="{81ABD9B6-8E83-4A23-A104-90D989263403}" srcOrd="0" destOrd="0" presId="urn:microsoft.com/office/officeart/2018/2/layout/IconVerticalSolidList"/>
    <dgm:cxn modelId="{927F7F07-3C1C-4018-BFE1-43EBCEC0E767}" type="presParOf" srcId="{D9FD03AE-3F64-4CBF-8C0F-8ED0FEACAE9F}" destId="{F9F74776-A868-4879-88D1-3F39E89F65BC}" srcOrd="1" destOrd="0" presId="urn:microsoft.com/office/officeart/2018/2/layout/IconVerticalSolidList"/>
    <dgm:cxn modelId="{35BD305D-6AA4-45AD-AC35-6A83E0DB18E6}" type="presParOf" srcId="{D9FD03AE-3F64-4CBF-8C0F-8ED0FEACAE9F}" destId="{85A10B0F-F68C-42C3-ACC0-0776DBA13E40}" srcOrd="2" destOrd="0" presId="urn:microsoft.com/office/officeart/2018/2/layout/IconVerticalSolidList"/>
    <dgm:cxn modelId="{379A6CC3-E252-4355-A1C5-921F8ED2CC46}" type="presParOf" srcId="{D9FD03AE-3F64-4CBF-8C0F-8ED0FEACAE9F}" destId="{CB07DF1F-DA04-4B24-BAE9-90FBA1147F60}" srcOrd="3" destOrd="0" presId="urn:microsoft.com/office/officeart/2018/2/layout/IconVerticalSolidList"/>
    <dgm:cxn modelId="{370553EE-0028-455C-8A0F-734149A551F4}" type="presParOf" srcId="{788FE6C3-225A-4EE7-A1AB-1E9042649A80}" destId="{83ADEB58-0C46-4422-9C24-51C7040F062A}" srcOrd="7" destOrd="0" presId="urn:microsoft.com/office/officeart/2018/2/layout/IconVerticalSolidList"/>
    <dgm:cxn modelId="{E581FF14-8F21-4954-8E37-E1EE5231621F}" type="presParOf" srcId="{788FE6C3-225A-4EE7-A1AB-1E9042649A80}" destId="{16FF886E-646F-4A89-AF7B-3C55F24E8306}" srcOrd="8" destOrd="0" presId="urn:microsoft.com/office/officeart/2018/2/layout/IconVerticalSolidList"/>
    <dgm:cxn modelId="{34164A8F-B695-4282-B341-B33375D09B58}" type="presParOf" srcId="{16FF886E-646F-4A89-AF7B-3C55F24E8306}" destId="{29680DCC-1B35-465E-8246-15536C3A5570}" srcOrd="0" destOrd="0" presId="urn:microsoft.com/office/officeart/2018/2/layout/IconVerticalSolidList"/>
    <dgm:cxn modelId="{14B222CD-6353-4DB7-A2F7-62B25B6267EC}" type="presParOf" srcId="{16FF886E-646F-4A89-AF7B-3C55F24E8306}" destId="{B3F5C4BF-9A6D-4A39-962C-67E4E86FE9F7}" srcOrd="1" destOrd="0" presId="urn:microsoft.com/office/officeart/2018/2/layout/IconVerticalSolidList"/>
    <dgm:cxn modelId="{D92DD30B-F2A6-458C-8A77-9B67663B0EBA}" type="presParOf" srcId="{16FF886E-646F-4A89-AF7B-3C55F24E8306}" destId="{63019580-071D-4C75-B222-ABACBF291641}" srcOrd="2" destOrd="0" presId="urn:microsoft.com/office/officeart/2018/2/layout/IconVerticalSolidList"/>
    <dgm:cxn modelId="{344F87CC-70BB-4D92-87A6-30753A89AE09}" type="presParOf" srcId="{16FF886E-646F-4A89-AF7B-3C55F24E8306}" destId="{83349401-FE71-46F2-8EA5-032E200A2B08}" srcOrd="3" destOrd="0" presId="urn:microsoft.com/office/officeart/2018/2/layout/IconVerticalSolidList"/>
    <dgm:cxn modelId="{BE049459-4BEE-4F07-B7FE-D382C85928A9}" type="presParOf" srcId="{788FE6C3-225A-4EE7-A1AB-1E9042649A80}" destId="{F53A1FE6-647B-4AE6-A80F-26DF7AA6A2F9}" srcOrd="9" destOrd="0" presId="urn:microsoft.com/office/officeart/2018/2/layout/IconVerticalSolidList"/>
    <dgm:cxn modelId="{440DD8CC-6799-4F7B-9BC1-5E2FB6ADDB5A}" type="presParOf" srcId="{788FE6C3-225A-4EE7-A1AB-1E9042649A80}" destId="{8842FB27-DD7D-4D11-B73B-7809AEEE1CB0}" srcOrd="10" destOrd="0" presId="urn:microsoft.com/office/officeart/2018/2/layout/IconVerticalSolidList"/>
    <dgm:cxn modelId="{6AC93901-0E9B-4E98-8E9F-8B9FFFC96880}" type="presParOf" srcId="{8842FB27-DD7D-4D11-B73B-7809AEEE1CB0}" destId="{F8091602-6CB0-4BE5-8D65-A0A5FA9EA707}" srcOrd="0" destOrd="0" presId="urn:microsoft.com/office/officeart/2018/2/layout/IconVerticalSolidList"/>
    <dgm:cxn modelId="{3CBF4A75-0FA5-42E2-BA39-F41608B0AB9E}" type="presParOf" srcId="{8842FB27-DD7D-4D11-B73B-7809AEEE1CB0}" destId="{8F7C9E4D-20E3-455E-B065-2EBE9990E180}" srcOrd="1" destOrd="0" presId="urn:microsoft.com/office/officeart/2018/2/layout/IconVerticalSolidList"/>
    <dgm:cxn modelId="{954DAE90-9B78-4A9C-818A-1A59A5331BE6}" type="presParOf" srcId="{8842FB27-DD7D-4D11-B73B-7809AEEE1CB0}" destId="{870BE934-8FC3-4F8C-8EBC-F015C7CFDFAF}" srcOrd="2" destOrd="0" presId="urn:microsoft.com/office/officeart/2018/2/layout/IconVerticalSolidList"/>
    <dgm:cxn modelId="{1AC9B792-813F-4768-8129-463757AC9766}" type="presParOf" srcId="{8842FB27-DD7D-4D11-B73B-7809AEEE1CB0}" destId="{0ECB0E78-FA45-4B83-9598-A5130CFE891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A7B5EDC-FDC6-4768-8FBF-780FF119BC37}" type="doc">
      <dgm:prSet loTypeId="urn:microsoft.com/office/officeart/2016/7/layout/RepeatingBendingProcessNew" loCatId="process" qsTypeId="urn:microsoft.com/office/officeart/2005/8/quickstyle/simple1" qsCatId="simple" csTypeId="urn:microsoft.com/office/officeart/2005/8/colors/accent0_3" csCatId="mainScheme"/>
      <dgm:spPr/>
      <dgm:t>
        <a:bodyPr/>
        <a:lstStyle/>
        <a:p>
          <a:endParaRPr lang="en-US"/>
        </a:p>
      </dgm:t>
    </dgm:pt>
    <dgm:pt modelId="{B0B92521-854A-4368-B955-74857660F6D3}">
      <dgm:prSet/>
      <dgm:spPr/>
      <dgm:t>
        <a:bodyPr/>
        <a:lstStyle/>
        <a:p>
          <a:r>
            <a:rPr lang="en-US" b="1"/>
            <a:t>Key Results</a:t>
          </a:r>
          <a:endParaRPr lang="en-US"/>
        </a:p>
      </dgm:t>
    </dgm:pt>
    <dgm:pt modelId="{98767853-50A2-4B82-B1A3-638E50D8A699}" type="parTrans" cxnId="{C43AB04C-8BD2-449A-8AF1-477E67BF6708}">
      <dgm:prSet/>
      <dgm:spPr/>
      <dgm:t>
        <a:bodyPr/>
        <a:lstStyle/>
        <a:p>
          <a:endParaRPr lang="en-US"/>
        </a:p>
      </dgm:t>
    </dgm:pt>
    <dgm:pt modelId="{67BDA487-5472-4A89-9DC2-54F0837AF50E}" type="sibTrans" cxnId="{C43AB04C-8BD2-449A-8AF1-477E67BF6708}">
      <dgm:prSet/>
      <dgm:spPr/>
      <dgm:t>
        <a:bodyPr/>
        <a:lstStyle/>
        <a:p>
          <a:endParaRPr lang="en-US"/>
        </a:p>
      </dgm:t>
    </dgm:pt>
    <dgm:pt modelId="{74C6BCDF-E0A5-4DBE-9F6A-D80ADDCEA17F}">
      <dgm:prSet/>
      <dgm:spPr/>
      <dgm:t>
        <a:bodyPr/>
        <a:lstStyle/>
        <a:p>
          <a:r>
            <a:rPr lang="en-US"/>
            <a:t>Current threshold (10%): </a:t>
          </a:r>
          <a:r>
            <a:rPr lang="en-US" b="1"/>
            <a:t>$403,500</a:t>
          </a:r>
          <a:r>
            <a:rPr lang="en-US"/>
            <a:t> </a:t>
          </a:r>
        </a:p>
      </dgm:t>
    </dgm:pt>
    <dgm:pt modelId="{54D94597-D088-4FC1-80BD-7716730746F0}" type="parTrans" cxnId="{DD53C61C-B12B-4288-8A25-BCD462F96E1B}">
      <dgm:prSet/>
      <dgm:spPr/>
      <dgm:t>
        <a:bodyPr/>
        <a:lstStyle/>
        <a:p>
          <a:endParaRPr lang="en-US"/>
        </a:p>
      </dgm:t>
    </dgm:pt>
    <dgm:pt modelId="{51C9ED0B-8D8B-4A01-8B32-1393E1DF31E4}" type="sibTrans" cxnId="{DD53C61C-B12B-4288-8A25-BCD462F96E1B}">
      <dgm:prSet/>
      <dgm:spPr/>
      <dgm:t>
        <a:bodyPr/>
        <a:lstStyle/>
        <a:p>
          <a:endParaRPr lang="en-US"/>
        </a:p>
      </dgm:t>
    </dgm:pt>
    <dgm:pt modelId="{4A430CBB-DCBE-4F07-B00D-4DDE6586ACB1}">
      <dgm:prSet/>
      <dgm:spPr/>
      <dgm:t>
        <a:bodyPr/>
        <a:lstStyle/>
        <a:p>
          <a:r>
            <a:rPr lang="en-US"/>
            <a:t>Optimal threshold (5%): </a:t>
          </a:r>
          <a:r>
            <a:rPr lang="en-US" b="1"/>
            <a:t>$356,500</a:t>
          </a:r>
          <a:endParaRPr lang="en-US"/>
        </a:p>
      </dgm:t>
    </dgm:pt>
    <dgm:pt modelId="{19D8B2C3-C643-4D18-B2BE-2DB8DDA4FD6D}" type="parTrans" cxnId="{26F5FC89-307A-4DD8-8286-E426B3490066}">
      <dgm:prSet/>
      <dgm:spPr/>
      <dgm:t>
        <a:bodyPr/>
        <a:lstStyle/>
        <a:p>
          <a:endParaRPr lang="en-US"/>
        </a:p>
      </dgm:t>
    </dgm:pt>
    <dgm:pt modelId="{5949DA0A-B7CF-4F9A-AAAE-1377E67C7954}" type="sibTrans" cxnId="{26F5FC89-307A-4DD8-8286-E426B3490066}">
      <dgm:prSet/>
      <dgm:spPr/>
      <dgm:t>
        <a:bodyPr/>
        <a:lstStyle/>
        <a:p>
          <a:endParaRPr lang="en-US"/>
        </a:p>
      </dgm:t>
    </dgm:pt>
    <dgm:pt modelId="{960C0F25-30EA-46B4-897E-9D7650D25AEE}">
      <dgm:prSet/>
      <dgm:spPr/>
      <dgm:t>
        <a:bodyPr/>
        <a:lstStyle/>
        <a:p>
          <a:r>
            <a:rPr lang="en-US" b="1"/>
            <a:t>Cost Savings</a:t>
          </a:r>
          <a:endParaRPr lang="en-US"/>
        </a:p>
      </dgm:t>
    </dgm:pt>
    <dgm:pt modelId="{CAA4DB2C-D1F2-45EF-8FA5-1E0E85059D38}" type="parTrans" cxnId="{A4D9FCC5-A9B3-4050-92F3-E4FC6BD1E4DC}">
      <dgm:prSet/>
      <dgm:spPr/>
      <dgm:t>
        <a:bodyPr/>
        <a:lstStyle/>
        <a:p>
          <a:endParaRPr lang="en-US"/>
        </a:p>
      </dgm:t>
    </dgm:pt>
    <dgm:pt modelId="{1EDDB171-D49B-4ED4-B1D1-8F9AC48CCA18}" type="sibTrans" cxnId="{A4D9FCC5-A9B3-4050-92F3-E4FC6BD1E4DC}">
      <dgm:prSet/>
      <dgm:spPr/>
      <dgm:t>
        <a:bodyPr/>
        <a:lstStyle/>
        <a:p>
          <a:endParaRPr lang="en-US"/>
        </a:p>
      </dgm:t>
    </dgm:pt>
    <dgm:pt modelId="{2A2E96A7-EF76-40D8-9FF2-EC5177312499}">
      <dgm:prSet/>
      <dgm:spPr/>
      <dgm:t>
        <a:bodyPr/>
        <a:lstStyle/>
        <a:p>
          <a:r>
            <a:rPr lang="en-US" b="1"/>
            <a:t>$47,000 saved (per 2,000 claims)</a:t>
          </a:r>
          <a:endParaRPr lang="en-US"/>
        </a:p>
      </dgm:t>
    </dgm:pt>
    <dgm:pt modelId="{501BF8C2-F3B4-41B9-88EF-FD314F5147CC}" type="parTrans" cxnId="{EC8CD89C-0989-4157-9608-87EBE23264CC}">
      <dgm:prSet/>
      <dgm:spPr/>
      <dgm:t>
        <a:bodyPr/>
        <a:lstStyle/>
        <a:p>
          <a:endParaRPr lang="en-US"/>
        </a:p>
      </dgm:t>
    </dgm:pt>
    <dgm:pt modelId="{C655F5E8-3879-43F6-8989-1DC82F2CAFC7}" type="sibTrans" cxnId="{EC8CD89C-0989-4157-9608-87EBE23264CC}">
      <dgm:prSet/>
      <dgm:spPr/>
      <dgm:t>
        <a:bodyPr/>
        <a:lstStyle/>
        <a:p>
          <a:endParaRPr lang="en-US"/>
        </a:p>
      </dgm:t>
    </dgm:pt>
    <dgm:pt modelId="{3A1AACD6-955B-443E-92A7-B5C4F0145B92}">
      <dgm:prSet/>
      <dgm:spPr/>
      <dgm:t>
        <a:bodyPr/>
        <a:lstStyle/>
        <a:p>
          <a:r>
            <a:rPr lang="en-US" b="1"/>
            <a:t>~$23,500 saved (per 1,000 claims)</a:t>
          </a:r>
          <a:endParaRPr lang="en-US"/>
        </a:p>
      </dgm:t>
    </dgm:pt>
    <dgm:pt modelId="{253291FE-5DFE-4D8F-AC30-546D98AC2CCF}" type="parTrans" cxnId="{60043844-B387-41C5-A55D-DC8B31285E1F}">
      <dgm:prSet/>
      <dgm:spPr/>
      <dgm:t>
        <a:bodyPr/>
        <a:lstStyle/>
        <a:p>
          <a:endParaRPr lang="en-US"/>
        </a:p>
      </dgm:t>
    </dgm:pt>
    <dgm:pt modelId="{40C431C8-26BC-46D2-8354-46CA00A4B3CF}" type="sibTrans" cxnId="{60043844-B387-41C5-A55D-DC8B31285E1F}">
      <dgm:prSet/>
      <dgm:spPr/>
      <dgm:t>
        <a:bodyPr/>
        <a:lstStyle/>
        <a:p>
          <a:endParaRPr lang="en-US"/>
        </a:p>
      </dgm:t>
    </dgm:pt>
    <dgm:pt modelId="{3BEE7C0F-3FF8-4811-9EAD-3B60184C5F59}" type="pres">
      <dgm:prSet presAssocID="{DA7B5EDC-FDC6-4768-8FBF-780FF119BC37}" presName="Name0" presStyleCnt="0">
        <dgm:presLayoutVars>
          <dgm:dir/>
          <dgm:resizeHandles val="exact"/>
        </dgm:presLayoutVars>
      </dgm:prSet>
      <dgm:spPr/>
    </dgm:pt>
    <dgm:pt modelId="{E62E3BDD-C9C4-42DD-B77E-85F97FB1338D}" type="pres">
      <dgm:prSet presAssocID="{B0B92521-854A-4368-B955-74857660F6D3}" presName="node" presStyleLbl="node1" presStyleIdx="0" presStyleCnt="6">
        <dgm:presLayoutVars>
          <dgm:bulletEnabled val="1"/>
        </dgm:presLayoutVars>
      </dgm:prSet>
      <dgm:spPr/>
    </dgm:pt>
    <dgm:pt modelId="{226336AF-9C1C-4625-BDDA-A2FC7394E356}" type="pres">
      <dgm:prSet presAssocID="{67BDA487-5472-4A89-9DC2-54F0837AF50E}" presName="sibTrans" presStyleLbl="sibTrans1D1" presStyleIdx="0" presStyleCnt="5"/>
      <dgm:spPr/>
    </dgm:pt>
    <dgm:pt modelId="{1A313C95-65E8-49A2-B4F4-EC453D19C7D1}" type="pres">
      <dgm:prSet presAssocID="{67BDA487-5472-4A89-9DC2-54F0837AF50E}" presName="connectorText" presStyleLbl="sibTrans1D1" presStyleIdx="0" presStyleCnt="5"/>
      <dgm:spPr/>
    </dgm:pt>
    <dgm:pt modelId="{F1A6190D-779A-4BAE-BA52-DF3F3116CD68}" type="pres">
      <dgm:prSet presAssocID="{74C6BCDF-E0A5-4DBE-9F6A-D80ADDCEA17F}" presName="node" presStyleLbl="node1" presStyleIdx="1" presStyleCnt="6">
        <dgm:presLayoutVars>
          <dgm:bulletEnabled val="1"/>
        </dgm:presLayoutVars>
      </dgm:prSet>
      <dgm:spPr/>
    </dgm:pt>
    <dgm:pt modelId="{63208219-4159-4CAF-8024-F067246BF76F}" type="pres">
      <dgm:prSet presAssocID="{51C9ED0B-8D8B-4A01-8B32-1393E1DF31E4}" presName="sibTrans" presStyleLbl="sibTrans1D1" presStyleIdx="1" presStyleCnt="5"/>
      <dgm:spPr/>
    </dgm:pt>
    <dgm:pt modelId="{BAE7B686-917E-4058-BA7F-B78569CD59F0}" type="pres">
      <dgm:prSet presAssocID="{51C9ED0B-8D8B-4A01-8B32-1393E1DF31E4}" presName="connectorText" presStyleLbl="sibTrans1D1" presStyleIdx="1" presStyleCnt="5"/>
      <dgm:spPr/>
    </dgm:pt>
    <dgm:pt modelId="{36D15159-BBAF-423F-BBD1-4D8645DFCC71}" type="pres">
      <dgm:prSet presAssocID="{4A430CBB-DCBE-4F07-B00D-4DDE6586ACB1}" presName="node" presStyleLbl="node1" presStyleIdx="2" presStyleCnt="6">
        <dgm:presLayoutVars>
          <dgm:bulletEnabled val="1"/>
        </dgm:presLayoutVars>
      </dgm:prSet>
      <dgm:spPr/>
    </dgm:pt>
    <dgm:pt modelId="{E6BE88A3-D02D-46F1-95F2-0A64E86F92B3}" type="pres">
      <dgm:prSet presAssocID="{5949DA0A-B7CF-4F9A-AAAE-1377E67C7954}" presName="sibTrans" presStyleLbl="sibTrans1D1" presStyleIdx="2" presStyleCnt="5"/>
      <dgm:spPr/>
    </dgm:pt>
    <dgm:pt modelId="{C99319F4-E5B2-4FC0-BB94-8C74B384DFEF}" type="pres">
      <dgm:prSet presAssocID="{5949DA0A-B7CF-4F9A-AAAE-1377E67C7954}" presName="connectorText" presStyleLbl="sibTrans1D1" presStyleIdx="2" presStyleCnt="5"/>
      <dgm:spPr/>
    </dgm:pt>
    <dgm:pt modelId="{83B3C44A-DF74-4719-946A-44C69708625C}" type="pres">
      <dgm:prSet presAssocID="{960C0F25-30EA-46B4-897E-9D7650D25AEE}" presName="node" presStyleLbl="node1" presStyleIdx="3" presStyleCnt="6">
        <dgm:presLayoutVars>
          <dgm:bulletEnabled val="1"/>
        </dgm:presLayoutVars>
      </dgm:prSet>
      <dgm:spPr/>
    </dgm:pt>
    <dgm:pt modelId="{59BA09FB-189C-4260-AEEC-7B87B48D4A31}" type="pres">
      <dgm:prSet presAssocID="{1EDDB171-D49B-4ED4-B1D1-8F9AC48CCA18}" presName="sibTrans" presStyleLbl="sibTrans1D1" presStyleIdx="3" presStyleCnt="5"/>
      <dgm:spPr/>
    </dgm:pt>
    <dgm:pt modelId="{307862CD-4EBC-4798-8FF2-D9A9764CA544}" type="pres">
      <dgm:prSet presAssocID="{1EDDB171-D49B-4ED4-B1D1-8F9AC48CCA18}" presName="connectorText" presStyleLbl="sibTrans1D1" presStyleIdx="3" presStyleCnt="5"/>
      <dgm:spPr/>
    </dgm:pt>
    <dgm:pt modelId="{841C69DF-EE24-498E-951B-2AB373710E27}" type="pres">
      <dgm:prSet presAssocID="{2A2E96A7-EF76-40D8-9FF2-EC5177312499}" presName="node" presStyleLbl="node1" presStyleIdx="4" presStyleCnt="6">
        <dgm:presLayoutVars>
          <dgm:bulletEnabled val="1"/>
        </dgm:presLayoutVars>
      </dgm:prSet>
      <dgm:spPr/>
    </dgm:pt>
    <dgm:pt modelId="{DD02454A-90BB-4D57-A321-5EBBFD9177BD}" type="pres">
      <dgm:prSet presAssocID="{C655F5E8-3879-43F6-8989-1DC82F2CAFC7}" presName="sibTrans" presStyleLbl="sibTrans1D1" presStyleIdx="4" presStyleCnt="5"/>
      <dgm:spPr/>
    </dgm:pt>
    <dgm:pt modelId="{5807D635-F742-474E-A589-82707E00470E}" type="pres">
      <dgm:prSet presAssocID="{C655F5E8-3879-43F6-8989-1DC82F2CAFC7}" presName="connectorText" presStyleLbl="sibTrans1D1" presStyleIdx="4" presStyleCnt="5"/>
      <dgm:spPr/>
    </dgm:pt>
    <dgm:pt modelId="{96C60782-B729-497F-9938-46EDA62EE39B}" type="pres">
      <dgm:prSet presAssocID="{3A1AACD6-955B-443E-92A7-B5C4F0145B92}" presName="node" presStyleLbl="node1" presStyleIdx="5" presStyleCnt="6">
        <dgm:presLayoutVars>
          <dgm:bulletEnabled val="1"/>
        </dgm:presLayoutVars>
      </dgm:prSet>
      <dgm:spPr/>
    </dgm:pt>
  </dgm:ptLst>
  <dgm:cxnLst>
    <dgm:cxn modelId="{40D98905-6294-4DCC-A870-A66E1AC16D12}" type="presOf" srcId="{B0B92521-854A-4368-B955-74857660F6D3}" destId="{E62E3BDD-C9C4-42DD-B77E-85F97FB1338D}" srcOrd="0" destOrd="0" presId="urn:microsoft.com/office/officeart/2016/7/layout/RepeatingBendingProcessNew"/>
    <dgm:cxn modelId="{DD53C61C-B12B-4288-8A25-BCD462F96E1B}" srcId="{DA7B5EDC-FDC6-4768-8FBF-780FF119BC37}" destId="{74C6BCDF-E0A5-4DBE-9F6A-D80ADDCEA17F}" srcOrd="1" destOrd="0" parTransId="{54D94597-D088-4FC1-80BD-7716730746F0}" sibTransId="{51C9ED0B-8D8B-4A01-8B32-1393E1DF31E4}"/>
    <dgm:cxn modelId="{6C3A5F33-1D59-42E8-9891-1299D9AE154A}" type="presOf" srcId="{960C0F25-30EA-46B4-897E-9D7650D25AEE}" destId="{83B3C44A-DF74-4719-946A-44C69708625C}" srcOrd="0" destOrd="0" presId="urn:microsoft.com/office/officeart/2016/7/layout/RepeatingBendingProcessNew"/>
    <dgm:cxn modelId="{6808613E-CDE9-4933-BF1C-B268AC98D916}" type="presOf" srcId="{74C6BCDF-E0A5-4DBE-9F6A-D80ADDCEA17F}" destId="{F1A6190D-779A-4BAE-BA52-DF3F3116CD68}" srcOrd="0" destOrd="0" presId="urn:microsoft.com/office/officeart/2016/7/layout/RepeatingBendingProcessNew"/>
    <dgm:cxn modelId="{0E841C5F-7A29-4D37-9DA1-6CAA0B44B10E}" type="presOf" srcId="{3A1AACD6-955B-443E-92A7-B5C4F0145B92}" destId="{96C60782-B729-497F-9938-46EDA62EE39B}" srcOrd="0" destOrd="0" presId="urn:microsoft.com/office/officeart/2016/7/layout/RepeatingBendingProcessNew"/>
    <dgm:cxn modelId="{60043844-B387-41C5-A55D-DC8B31285E1F}" srcId="{DA7B5EDC-FDC6-4768-8FBF-780FF119BC37}" destId="{3A1AACD6-955B-443E-92A7-B5C4F0145B92}" srcOrd="5" destOrd="0" parTransId="{253291FE-5DFE-4D8F-AC30-546D98AC2CCF}" sibTransId="{40C431C8-26BC-46D2-8354-46CA00A4B3CF}"/>
    <dgm:cxn modelId="{3DD7F145-F83D-4396-9556-AEC02F49236C}" type="presOf" srcId="{67BDA487-5472-4A89-9DC2-54F0837AF50E}" destId="{1A313C95-65E8-49A2-B4F4-EC453D19C7D1}" srcOrd="1" destOrd="0" presId="urn:microsoft.com/office/officeart/2016/7/layout/RepeatingBendingProcessNew"/>
    <dgm:cxn modelId="{1A907B47-92D3-41EE-87E9-4BF3AE277961}" type="presOf" srcId="{4A430CBB-DCBE-4F07-B00D-4DDE6586ACB1}" destId="{36D15159-BBAF-423F-BBD1-4D8645DFCC71}" srcOrd="0" destOrd="0" presId="urn:microsoft.com/office/officeart/2016/7/layout/RepeatingBendingProcessNew"/>
    <dgm:cxn modelId="{9179D447-1A9E-4786-AFAC-9451765A3D59}" type="presOf" srcId="{51C9ED0B-8D8B-4A01-8B32-1393E1DF31E4}" destId="{63208219-4159-4CAF-8024-F067246BF76F}" srcOrd="0" destOrd="0" presId="urn:microsoft.com/office/officeart/2016/7/layout/RepeatingBendingProcessNew"/>
    <dgm:cxn modelId="{FFF1CD48-1D37-419F-9FAC-FA567F2C0BD9}" type="presOf" srcId="{5949DA0A-B7CF-4F9A-AAAE-1377E67C7954}" destId="{C99319F4-E5B2-4FC0-BB94-8C74B384DFEF}" srcOrd="1" destOrd="0" presId="urn:microsoft.com/office/officeart/2016/7/layout/RepeatingBendingProcessNew"/>
    <dgm:cxn modelId="{C43AB04C-8BD2-449A-8AF1-477E67BF6708}" srcId="{DA7B5EDC-FDC6-4768-8FBF-780FF119BC37}" destId="{B0B92521-854A-4368-B955-74857660F6D3}" srcOrd="0" destOrd="0" parTransId="{98767853-50A2-4B82-B1A3-638E50D8A699}" sibTransId="{67BDA487-5472-4A89-9DC2-54F0837AF50E}"/>
    <dgm:cxn modelId="{6949AC4F-1914-4E7F-8CDF-6D647AA02328}" type="presOf" srcId="{51C9ED0B-8D8B-4A01-8B32-1393E1DF31E4}" destId="{BAE7B686-917E-4058-BA7F-B78569CD59F0}" srcOrd="1" destOrd="0" presId="urn:microsoft.com/office/officeart/2016/7/layout/RepeatingBendingProcessNew"/>
    <dgm:cxn modelId="{26F5FC89-307A-4DD8-8286-E426B3490066}" srcId="{DA7B5EDC-FDC6-4768-8FBF-780FF119BC37}" destId="{4A430CBB-DCBE-4F07-B00D-4DDE6586ACB1}" srcOrd="2" destOrd="0" parTransId="{19D8B2C3-C643-4D18-B2BE-2DB8DDA4FD6D}" sibTransId="{5949DA0A-B7CF-4F9A-AAAE-1377E67C7954}"/>
    <dgm:cxn modelId="{EC8CD89C-0989-4157-9608-87EBE23264CC}" srcId="{DA7B5EDC-FDC6-4768-8FBF-780FF119BC37}" destId="{2A2E96A7-EF76-40D8-9FF2-EC5177312499}" srcOrd="4" destOrd="0" parTransId="{501BF8C2-F3B4-41B9-88EF-FD314F5147CC}" sibTransId="{C655F5E8-3879-43F6-8989-1DC82F2CAFC7}"/>
    <dgm:cxn modelId="{901CEF9F-E175-4FDB-8704-804924EA88E0}" type="presOf" srcId="{1EDDB171-D49B-4ED4-B1D1-8F9AC48CCA18}" destId="{59BA09FB-189C-4260-AEEC-7B87B48D4A31}" srcOrd="0" destOrd="0" presId="urn:microsoft.com/office/officeart/2016/7/layout/RepeatingBendingProcessNew"/>
    <dgm:cxn modelId="{A4D9FCC5-A9B3-4050-92F3-E4FC6BD1E4DC}" srcId="{DA7B5EDC-FDC6-4768-8FBF-780FF119BC37}" destId="{960C0F25-30EA-46B4-897E-9D7650D25AEE}" srcOrd="3" destOrd="0" parTransId="{CAA4DB2C-D1F2-45EF-8FA5-1E0E85059D38}" sibTransId="{1EDDB171-D49B-4ED4-B1D1-8F9AC48CCA18}"/>
    <dgm:cxn modelId="{2898EACD-BAEA-412F-A424-C8C2B62B803A}" type="presOf" srcId="{2A2E96A7-EF76-40D8-9FF2-EC5177312499}" destId="{841C69DF-EE24-498E-951B-2AB373710E27}" srcOrd="0" destOrd="0" presId="urn:microsoft.com/office/officeart/2016/7/layout/RepeatingBendingProcessNew"/>
    <dgm:cxn modelId="{5F3570D5-8D0C-4C47-846E-16410DD246DC}" type="presOf" srcId="{C655F5E8-3879-43F6-8989-1DC82F2CAFC7}" destId="{DD02454A-90BB-4D57-A321-5EBBFD9177BD}" srcOrd="0" destOrd="0" presId="urn:microsoft.com/office/officeart/2016/7/layout/RepeatingBendingProcessNew"/>
    <dgm:cxn modelId="{93D5F4D6-1B90-4D2E-A9AD-627C913905DD}" type="presOf" srcId="{67BDA487-5472-4A89-9DC2-54F0837AF50E}" destId="{226336AF-9C1C-4625-BDDA-A2FC7394E356}" srcOrd="0" destOrd="0" presId="urn:microsoft.com/office/officeart/2016/7/layout/RepeatingBendingProcessNew"/>
    <dgm:cxn modelId="{B726C1E0-7B46-4EA7-90B5-D21DD2D36506}" type="presOf" srcId="{5949DA0A-B7CF-4F9A-AAAE-1377E67C7954}" destId="{E6BE88A3-D02D-46F1-95F2-0A64E86F92B3}" srcOrd="0" destOrd="0" presId="urn:microsoft.com/office/officeart/2016/7/layout/RepeatingBendingProcessNew"/>
    <dgm:cxn modelId="{6489E2EA-673F-4484-894D-102128040919}" type="presOf" srcId="{1EDDB171-D49B-4ED4-B1D1-8F9AC48CCA18}" destId="{307862CD-4EBC-4798-8FF2-D9A9764CA544}" srcOrd="1" destOrd="0" presId="urn:microsoft.com/office/officeart/2016/7/layout/RepeatingBendingProcessNew"/>
    <dgm:cxn modelId="{18FFB8F5-C8B9-471B-B12C-2B19FC18FD43}" type="presOf" srcId="{C655F5E8-3879-43F6-8989-1DC82F2CAFC7}" destId="{5807D635-F742-474E-A589-82707E00470E}" srcOrd="1" destOrd="0" presId="urn:microsoft.com/office/officeart/2016/7/layout/RepeatingBendingProcessNew"/>
    <dgm:cxn modelId="{5DFDA1FF-EAF3-4B26-815E-E24BC33453AD}" type="presOf" srcId="{DA7B5EDC-FDC6-4768-8FBF-780FF119BC37}" destId="{3BEE7C0F-3FF8-4811-9EAD-3B60184C5F59}" srcOrd="0" destOrd="0" presId="urn:microsoft.com/office/officeart/2016/7/layout/RepeatingBendingProcessNew"/>
    <dgm:cxn modelId="{E3FD107D-338A-4129-906A-011A172374CC}" type="presParOf" srcId="{3BEE7C0F-3FF8-4811-9EAD-3B60184C5F59}" destId="{E62E3BDD-C9C4-42DD-B77E-85F97FB1338D}" srcOrd="0" destOrd="0" presId="urn:microsoft.com/office/officeart/2016/7/layout/RepeatingBendingProcessNew"/>
    <dgm:cxn modelId="{D926936C-3D4E-400B-B93B-84CD48C87047}" type="presParOf" srcId="{3BEE7C0F-3FF8-4811-9EAD-3B60184C5F59}" destId="{226336AF-9C1C-4625-BDDA-A2FC7394E356}" srcOrd="1" destOrd="0" presId="urn:microsoft.com/office/officeart/2016/7/layout/RepeatingBendingProcessNew"/>
    <dgm:cxn modelId="{C0341C02-58C3-47B2-BC0D-4EEB1AE3ADDC}" type="presParOf" srcId="{226336AF-9C1C-4625-BDDA-A2FC7394E356}" destId="{1A313C95-65E8-49A2-B4F4-EC453D19C7D1}" srcOrd="0" destOrd="0" presId="urn:microsoft.com/office/officeart/2016/7/layout/RepeatingBendingProcessNew"/>
    <dgm:cxn modelId="{B88599A5-ACCB-42C9-8CC8-65F165BBF7A7}" type="presParOf" srcId="{3BEE7C0F-3FF8-4811-9EAD-3B60184C5F59}" destId="{F1A6190D-779A-4BAE-BA52-DF3F3116CD68}" srcOrd="2" destOrd="0" presId="urn:microsoft.com/office/officeart/2016/7/layout/RepeatingBendingProcessNew"/>
    <dgm:cxn modelId="{CB6FDF7F-FA22-4592-9444-F4FE7D7ABBCB}" type="presParOf" srcId="{3BEE7C0F-3FF8-4811-9EAD-3B60184C5F59}" destId="{63208219-4159-4CAF-8024-F067246BF76F}" srcOrd="3" destOrd="0" presId="urn:microsoft.com/office/officeart/2016/7/layout/RepeatingBendingProcessNew"/>
    <dgm:cxn modelId="{E75F91A1-C954-41E5-8927-0D2F62F70530}" type="presParOf" srcId="{63208219-4159-4CAF-8024-F067246BF76F}" destId="{BAE7B686-917E-4058-BA7F-B78569CD59F0}" srcOrd="0" destOrd="0" presId="urn:microsoft.com/office/officeart/2016/7/layout/RepeatingBendingProcessNew"/>
    <dgm:cxn modelId="{6CEC2EF0-99A7-4B32-AFA4-A8680C6CF568}" type="presParOf" srcId="{3BEE7C0F-3FF8-4811-9EAD-3B60184C5F59}" destId="{36D15159-BBAF-423F-BBD1-4D8645DFCC71}" srcOrd="4" destOrd="0" presId="urn:microsoft.com/office/officeart/2016/7/layout/RepeatingBendingProcessNew"/>
    <dgm:cxn modelId="{684E13E7-0F84-481A-8236-993531D86AE5}" type="presParOf" srcId="{3BEE7C0F-3FF8-4811-9EAD-3B60184C5F59}" destId="{E6BE88A3-D02D-46F1-95F2-0A64E86F92B3}" srcOrd="5" destOrd="0" presId="urn:microsoft.com/office/officeart/2016/7/layout/RepeatingBendingProcessNew"/>
    <dgm:cxn modelId="{E2BF8F8A-B119-4EAF-8565-4F35DDEF32A1}" type="presParOf" srcId="{E6BE88A3-D02D-46F1-95F2-0A64E86F92B3}" destId="{C99319F4-E5B2-4FC0-BB94-8C74B384DFEF}" srcOrd="0" destOrd="0" presId="urn:microsoft.com/office/officeart/2016/7/layout/RepeatingBendingProcessNew"/>
    <dgm:cxn modelId="{164203A9-5619-48FB-86AA-44F5BEEF0901}" type="presParOf" srcId="{3BEE7C0F-3FF8-4811-9EAD-3B60184C5F59}" destId="{83B3C44A-DF74-4719-946A-44C69708625C}" srcOrd="6" destOrd="0" presId="urn:microsoft.com/office/officeart/2016/7/layout/RepeatingBendingProcessNew"/>
    <dgm:cxn modelId="{76D91601-2A13-4FDD-AA21-A35878CD3F59}" type="presParOf" srcId="{3BEE7C0F-3FF8-4811-9EAD-3B60184C5F59}" destId="{59BA09FB-189C-4260-AEEC-7B87B48D4A31}" srcOrd="7" destOrd="0" presId="urn:microsoft.com/office/officeart/2016/7/layout/RepeatingBendingProcessNew"/>
    <dgm:cxn modelId="{F68F67C9-7BA3-467B-B4F9-9F89D7CF6C84}" type="presParOf" srcId="{59BA09FB-189C-4260-AEEC-7B87B48D4A31}" destId="{307862CD-4EBC-4798-8FF2-D9A9764CA544}" srcOrd="0" destOrd="0" presId="urn:microsoft.com/office/officeart/2016/7/layout/RepeatingBendingProcessNew"/>
    <dgm:cxn modelId="{314BA0FB-684E-4CB1-B6BA-EA52398FFE23}" type="presParOf" srcId="{3BEE7C0F-3FF8-4811-9EAD-3B60184C5F59}" destId="{841C69DF-EE24-498E-951B-2AB373710E27}" srcOrd="8" destOrd="0" presId="urn:microsoft.com/office/officeart/2016/7/layout/RepeatingBendingProcessNew"/>
    <dgm:cxn modelId="{6A5B84F8-1CA2-4BA2-BB02-B29DB3E10B8C}" type="presParOf" srcId="{3BEE7C0F-3FF8-4811-9EAD-3B60184C5F59}" destId="{DD02454A-90BB-4D57-A321-5EBBFD9177BD}" srcOrd="9" destOrd="0" presId="urn:microsoft.com/office/officeart/2016/7/layout/RepeatingBendingProcessNew"/>
    <dgm:cxn modelId="{1925CBB7-04DB-4903-908A-6AD11D2AE476}" type="presParOf" srcId="{DD02454A-90BB-4D57-A321-5EBBFD9177BD}" destId="{5807D635-F742-474E-A589-82707E00470E}" srcOrd="0" destOrd="0" presId="urn:microsoft.com/office/officeart/2016/7/layout/RepeatingBendingProcessNew"/>
    <dgm:cxn modelId="{BA240619-BCA7-4B68-A349-DB2B5C1C354D}" type="presParOf" srcId="{3BEE7C0F-3FF8-4811-9EAD-3B60184C5F59}" destId="{96C60782-B729-497F-9938-46EDA62EE39B}" srcOrd="1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E16F1D-01CD-4743-BDBA-4CEC02242851}">
      <dsp:nvSpPr>
        <dsp:cNvPr id="0" name=""/>
        <dsp:cNvSpPr/>
      </dsp:nvSpPr>
      <dsp:spPr>
        <a:xfrm>
          <a:off x="0" y="17344"/>
          <a:ext cx="6160315" cy="794503"/>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a:t>How the Threshold Was Set</a:t>
          </a:r>
          <a:endParaRPr lang="en-US" sz="2000" kern="1200"/>
        </a:p>
      </dsp:txBody>
      <dsp:txXfrm>
        <a:off x="38784" y="56128"/>
        <a:ext cx="6082747" cy="716935"/>
      </dsp:txXfrm>
    </dsp:sp>
    <dsp:sp modelId="{9ACE52E9-A2A3-48A7-B6C7-1ED1C074B2CA}">
      <dsp:nvSpPr>
        <dsp:cNvPr id="0" name=""/>
        <dsp:cNvSpPr/>
      </dsp:nvSpPr>
      <dsp:spPr>
        <a:xfrm>
          <a:off x="0" y="869447"/>
          <a:ext cx="6160315" cy="794503"/>
        </a:xfrm>
        <a:prstGeom prst="roundRect">
          <a:avLst/>
        </a:prstGeom>
        <a:solidFill>
          <a:schemeClr val="accent2">
            <a:hueOff val="-8922"/>
            <a:satOff val="-2913"/>
            <a:lumOff val="-54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Based on </a:t>
          </a:r>
          <a:r>
            <a:rPr lang="en-US" sz="2000" b="1" kern="1200"/>
            <a:t>cost trade-off</a:t>
          </a:r>
          <a:r>
            <a:rPr lang="en-US" sz="2000" kern="1200"/>
            <a:t>: </a:t>
          </a:r>
        </a:p>
      </dsp:txBody>
      <dsp:txXfrm>
        <a:off x="38784" y="908231"/>
        <a:ext cx="6082747" cy="716935"/>
      </dsp:txXfrm>
    </dsp:sp>
    <dsp:sp modelId="{0F0B5428-C850-4D50-A2B4-57155FC72288}">
      <dsp:nvSpPr>
        <dsp:cNvPr id="0" name=""/>
        <dsp:cNvSpPr/>
      </dsp:nvSpPr>
      <dsp:spPr>
        <a:xfrm>
          <a:off x="0" y="1663950"/>
          <a:ext cx="6160315" cy="82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5590"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US" sz="1600" kern="1200"/>
            <a:t>Investigation cost: </a:t>
          </a:r>
          <a:r>
            <a:rPr lang="en-US" sz="1600" b="1" kern="1200"/>
            <a:t>$500</a:t>
          </a:r>
          <a:r>
            <a:rPr lang="en-US" sz="1600" kern="1200"/>
            <a:t> </a:t>
          </a:r>
        </a:p>
        <a:p>
          <a:pPr marL="171450" lvl="1" indent="-171450" algn="l" defTabSz="711200">
            <a:lnSpc>
              <a:spcPct val="90000"/>
            </a:lnSpc>
            <a:spcBef>
              <a:spcPct val="0"/>
            </a:spcBef>
            <a:spcAft>
              <a:spcPct val="20000"/>
            </a:spcAft>
            <a:buChar char="•"/>
          </a:pPr>
          <a:r>
            <a:rPr lang="en-US" sz="1600" kern="1200"/>
            <a:t>Missed fraud cost: </a:t>
          </a:r>
          <a:r>
            <a:rPr lang="en-US" sz="1600" b="1" kern="1200"/>
            <a:t>$4,500</a:t>
          </a:r>
          <a:endParaRPr lang="en-US" sz="1600" kern="1200"/>
        </a:p>
        <a:p>
          <a:pPr marL="171450" lvl="1" indent="-171450" algn="l" defTabSz="711200">
            <a:lnSpc>
              <a:spcPct val="90000"/>
            </a:lnSpc>
            <a:spcBef>
              <a:spcPct val="0"/>
            </a:spcBef>
            <a:spcAft>
              <a:spcPct val="20000"/>
            </a:spcAft>
            <a:buChar char="•"/>
          </a:pPr>
          <a:r>
            <a:rPr lang="en-US" sz="1600" b="1" kern="1200"/>
            <a:t>Investigate if predicted fraud probability &gt; 10%</a:t>
          </a:r>
          <a:endParaRPr lang="en-US" sz="1600" kern="1200"/>
        </a:p>
      </dsp:txBody>
      <dsp:txXfrm>
        <a:off x="0" y="1663950"/>
        <a:ext cx="6160315" cy="828000"/>
      </dsp:txXfrm>
    </dsp:sp>
    <dsp:sp modelId="{F4B083CD-D9BF-4E1F-8C37-408733E2C07F}">
      <dsp:nvSpPr>
        <dsp:cNvPr id="0" name=""/>
        <dsp:cNvSpPr/>
      </dsp:nvSpPr>
      <dsp:spPr>
        <a:xfrm>
          <a:off x="0" y="2491950"/>
          <a:ext cx="6160315" cy="794503"/>
        </a:xfrm>
        <a:prstGeom prst="roundRect">
          <a:avLst/>
        </a:prstGeom>
        <a:solidFill>
          <a:schemeClr val="accent2">
            <a:hueOff val="-17844"/>
            <a:satOff val="-5825"/>
            <a:lumOff val="-10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a:t>Assumption</a:t>
          </a:r>
          <a:endParaRPr lang="en-US" sz="2000" kern="1200"/>
        </a:p>
      </dsp:txBody>
      <dsp:txXfrm>
        <a:off x="38784" y="2530734"/>
        <a:ext cx="6082747" cy="716935"/>
      </dsp:txXfrm>
    </dsp:sp>
    <dsp:sp modelId="{6810E6EF-919F-44FD-8602-3CB490AC4EFD}">
      <dsp:nvSpPr>
        <dsp:cNvPr id="0" name=""/>
        <dsp:cNvSpPr/>
      </dsp:nvSpPr>
      <dsp:spPr>
        <a:xfrm>
          <a:off x="0" y="3344054"/>
          <a:ext cx="6160315" cy="794503"/>
        </a:xfrm>
        <a:prstGeom prst="roundRect">
          <a:avLst/>
        </a:prstGeom>
        <a:solidFill>
          <a:schemeClr val="accent2">
            <a:hueOff val="-26767"/>
            <a:satOff val="-8738"/>
            <a:lumOff val="-1632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Model probabilities are </a:t>
          </a:r>
          <a:r>
            <a:rPr lang="en-US" sz="2000" b="1" kern="1200"/>
            <a:t>accurate and well-calibrated</a:t>
          </a:r>
          <a:r>
            <a:rPr lang="en-US" sz="2000" kern="1200"/>
            <a:t> </a:t>
          </a:r>
        </a:p>
      </dsp:txBody>
      <dsp:txXfrm>
        <a:off x="38784" y="3382838"/>
        <a:ext cx="6082747" cy="716935"/>
      </dsp:txXfrm>
    </dsp:sp>
    <dsp:sp modelId="{5AE17C5D-E8FF-42D2-AE64-CC4DDCAE6200}">
      <dsp:nvSpPr>
        <dsp:cNvPr id="0" name=""/>
        <dsp:cNvSpPr/>
      </dsp:nvSpPr>
      <dsp:spPr>
        <a:xfrm>
          <a:off x="0" y="4196157"/>
          <a:ext cx="6160315" cy="794503"/>
        </a:xfrm>
        <a:prstGeom prst="roundRect">
          <a:avLst/>
        </a:prstGeom>
        <a:solidFill>
          <a:schemeClr val="accent2">
            <a:hueOff val="-35689"/>
            <a:satOff val="-11650"/>
            <a:lumOff val="-2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Cost ratio alone is sufficient to determine the optimal threshold</a:t>
          </a:r>
        </a:p>
      </dsp:txBody>
      <dsp:txXfrm>
        <a:off x="38784" y="4234941"/>
        <a:ext cx="6082747" cy="7169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712EA0-31C0-456A-BAB9-4CE397BDC7C1}">
      <dsp:nvSpPr>
        <dsp:cNvPr id="0" name=""/>
        <dsp:cNvSpPr/>
      </dsp:nvSpPr>
      <dsp:spPr>
        <a:xfrm>
          <a:off x="0" y="1620"/>
          <a:ext cx="6160315" cy="6903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66D55C-BF0A-49E1-8944-37188913A728}">
      <dsp:nvSpPr>
        <dsp:cNvPr id="0" name=""/>
        <dsp:cNvSpPr/>
      </dsp:nvSpPr>
      <dsp:spPr>
        <a:xfrm>
          <a:off x="208819" y="156940"/>
          <a:ext cx="379671" cy="3796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84791D1-75BF-4EC0-92D1-CBE05DB7976B}">
      <dsp:nvSpPr>
        <dsp:cNvPr id="0" name=""/>
        <dsp:cNvSpPr/>
      </dsp:nvSpPr>
      <dsp:spPr>
        <a:xfrm>
          <a:off x="797310" y="1620"/>
          <a:ext cx="5363004" cy="690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058" tIns="73058" rIns="73058" bIns="73058" numCol="1" spcCol="1270" anchor="ctr" anchorCtr="0">
          <a:noAutofit/>
        </a:bodyPr>
        <a:lstStyle/>
        <a:p>
          <a:pPr marL="0" lvl="0" indent="0" algn="l" defTabSz="844550">
            <a:lnSpc>
              <a:spcPct val="90000"/>
            </a:lnSpc>
            <a:spcBef>
              <a:spcPct val="0"/>
            </a:spcBef>
            <a:spcAft>
              <a:spcPct val="35000"/>
            </a:spcAft>
            <a:buNone/>
          </a:pPr>
          <a:r>
            <a:rPr lang="en-US" sz="1900" b="1" kern="1200"/>
            <a:t>What We’re Seeing</a:t>
          </a:r>
          <a:endParaRPr lang="en-US" sz="1900" kern="1200"/>
        </a:p>
      </dsp:txBody>
      <dsp:txXfrm>
        <a:off x="797310" y="1620"/>
        <a:ext cx="5363004" cy="690312"/>
      </dsp:txXfrm>
    </dsp:sp>
    <dsp:sp modelId="{AEF1BEBF-C6A7-422A-9744-000383F2A8D7}">
      <dsp:nvSpPr>
        <dsp:cNvPr id="0" name=""/>
        <dsp:cNvSpPr/>
      </dsp:nvSpPr>
      <dsp:spPr>
        <a:xfrm>
          <a:off x="0" y="864510"/>
          <a:ext cx="6160315" cy="6903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DC4665-073C-4E11-849C-BF7ECD91B6E1}">
      <dsp:nvSpPr>
        <dsp:cNvPr id="0" name=""/>
        <dsp:cNvSpPr/>
      </dsp:nvSpPr>
      <dsp:spPr>
        <a:xfrm>
          <a:off x="208819" y="1019830"/>
          <a:ext cx="379671" cy="3796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0EF30F-1C4E-49E1-8B0F-313F90918008}">
      <dsp:nvSpPr>
        <dsp:cNvPr id="0" name=""/>
        <dsp:cNvSpPr/>
      </dsp:nvSpPr>
      <dsp:spPr>
        <a:xfrm>
          <a:off x="797310" y="864510"/>
          <a:ext cx="5363004" cy="690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058" tIns="73058" rIns="73058" bIns="73058" numCol="1" spcCol="1270" anchor="ctr" anchorCtr="0">
          <a:noAutofit/>
        </a:bodyPr>
        <a:lstStyle/>
        <a:p>
          <a:pPr marL="0" lvl="0" indent="0" algn="l" defTabSz="844550">
            <a:lnSpc>
              <a:spcPct val="90000"/>
            </a:lnSpc>
            <a:spcBef>
              <a:spcPct val="0"/>
            </a:spcBef>
            <a:spcAft>
              <a:spcPct val="35000"/>
            </a:spcAft>
            <a:buNone/>
          </a:pPr>
          <a:r>
            <a:rPr lang="en-US" sz="1900" kern="1200"/>
            <a:t>Total operating costs are </a:t>
          </a:r>
          <a:r>
            <a:rPr lang="en-US" sz="1900" b="1" kern="1200"/>
            <a:t>above projections</a:t>
          </a:r>
          <a:r>
            <a:rPr lang="en-US" sz="1900" kern="1200"/>
            <a:t> </a:t>
          </a:r>
        </a:p>
      </dsp:txBody>
      <dsp:txXfrm>
        <a:off x="797310" y="864510"/>
        <a:ext cx="5363004" cy="690312"/>
      </dsp:txXfrm>
    </dsp:sp>
    <dsp:sp modelId="{C760BD60-2DB5-4E72-8474-13A4F71FE787}">
      <dsp:nvSpPr>
        <dsp:cNvPr id="0" name=""/>
        <dsp:cNvSpPr/>
      </dsp:nvSpPr>
      <dsp:spPr>
        <a:xfrm>
          <a:off x="0" y="1727401"/>
          <a:ext cx="6160315" cy="6903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4064D3-349D-4C39-BAB2-759B3C6DC201}">
      <dsp:nvSpPr>
        <dsp:cNvPr id="0" name=""/>
        <dsp:cNvSpPr/>
      </dsp:nvSpPr>
      <dsp:spPr>
        <a:xfrm>
          <a:off x="208819" y="1882721"/>
          <a:ext cx="379671" cy="3796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B19E153-53CD-4C49-8FD1-E29DC5700328}">
      <dsp:nvSpPr>
        <dsp:cNvPr id="0" name=""/>
        <dsp:cNvSpPr/>
      </dsp:nvSpPr>
      <dsp:spPr>
        <a:xfrm>
          <a:off x="797310" y="1727401"/>
          <a:ext cx="2772141" cy="690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058" tIns="73058" rIns="73058" bIns="73058" numCol="1" spcCol="1270" anchor="ctr" anchorCtr="0">
          <a:noAutofit/>
        </a:bodyPr>
        <a:lstStyle/>
        <a:p>
          <a:pPr marL="0" lvl="0" indent="0" algn="l" defTabSz="844550">
            <a:lnSpc>
              <a:spcPct val="90000"/>
            </a:lnSpc>
            <a:spcBef>
              <a:spcPct val="0"/>
            </a:spcBef>
            <a:spcAft>
              <a:spcPct val="35000"/>
            </a:spcAft>
            <a:buNone/>
          </a:pPr>
          <a:r>
            <a:rPr lang="en-US" sz="1900" kern="1200"/>
            <a:t>Current workflow may be: </a:t>
          </a:r>
        </a:p>
      </dsp:txBody>
      <dsp:txXfrm>
        <a:off x="797310" y="1727401"/>
        <a:ext cx="2772141" cy="690312"/>
      </dsp:txXfrm>
    </dsp:sp>
    <dsp:sp modelId="{BB944593-1937-437C-AFFE-6AE5604E4737}">
      <dsp:nvSpPr>
        <dsp:cNvPr id="0" name=""/>
        <dsp:cNvSpPr/>
      </dsp:nvSpPr>
      <dsp:spPr>
        <a:xfrm>
          <a:off x="3569452" y="1727401"/>
          <a:ext cx="2590862" cy="690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058" tIns="73058" rIns="73058" bIns="73058" numCol="1" spcCol="1270" anchor="ctr" anchorCtr="0">
          <a:noAutofit/>
        </a:bodyPr>
        <a:lstStyle/>
        <a:p>
          <a:pPr marL="0" lvl="0" indent="0" algn="l" defTabSz="622300">
            <a:lnSpc>
              <a:spcPct val="90000"/>
            </a:lnSpc>
            <a:spcBef>
              <a:spcPct val="0"/>
            </a:spcBef>
            <a:spcAft>
              <a:spcPct val="35000"/>
            </a:spcAft>
            <a:buNone/>
          </a:pPr>
          <a:r>
            <a:rPr lang="en-US" sz="1400" b="1" kern="1200"/>
            <a:t>Flagging too few claims</a:t>
          </a:r>
          <a:r>
            <a:rPr lang="en-US" sz="1400" kern="1200"/>
            <a:t> </a:t>
          </a:r>
        </a:p>
        <a:p>
          <a:pPr marL="0" lvl="0" indent="0" algn="l" defTabSz="622300">
            <a:lnSpc>
              <a:spcPct val="90000"/>
            </a:lnSpc>
            <a:spcBef>
              <a:spcPct val="0"/>
            </a:spcBef>
            <a:spcAft>
              <a:spcPct val="35000"/>
            </a:spcAft>
            <a:buNone/>
          </a:pPr>
          <a:r>
            <a:rPr lang="en-US" sz="1400" b="1" kern="1200"/>
            <a:t>Missing costly fraud cases</a:t>
          </a:r>
          <a:endParaRPr lang="en-US" sz="1400" kern="1200"/>
        </a:p>
      </dsp:txBody>
      <dsp:txXfrm>
        <a:off x="3569452" y="1727401"/>
        <a:ext cx="2590862" cy="690312"/>
      </dsp:txXfrm>
    </dsp:sp>
    <dsp:sp modelId="{81ABD9B6-8E83-4A23-A104-90D989263403}">
      <dsp:nvSpPr>
        <dsp:cNvPr id="0" name=""/>
        <dsp:cNvSpPr/>
      </dsp:nvSpPr>
      <dsp:spPr>
        <a:xfrm>
          <a:off x="0" y="2590291"/>
          <a:ext cx="6160315" cy="6903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F74776-A868-4879-88D1-3F39E89F65BC}">
      <dsp:nvSpPr>
        <dsp:cNvPr id="0" name=""/>
        <dsp:cNvSpPr/>
      </dsp:nvSpPr>
      <dsp:spPr>
        <a:xfrm>
          <a:off x="208819" y="2745611"/>
          <a:ext cx="379671" cy="3796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B07DF1F-DA04-4B24-BAE9-90FBA1147F60}">
      <dsp:nvSpPr>
        <dsp:cNvPr id="0" name=""/>
        <dsp:cNvSpPr/>
      </dsp:nvSpPr>
      <dsp:spPr>
        <a:xfrm>
          <a:off x="797310" y="2590291"/>
          <a:ext cx="5363004" cy="690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058" tIns="73058" rIns="73058" bIns="73058" numCol="1" spcCol="1270" anchor="ctr" anchorCtr="0">
          <a:noAutofit/>
        </a:bodyPr>
        <a:lstStyle/>
        <a:p>
          <a:pPr marL="0" lvl="0" indent="0" algn="l" defTabSz="844550">
            <a:lnSpc>
              <a:spcPct val="90000"/>
            </a:lnSpc>
            <a:spcBef>
              <a:spcPct val="0"/>
            </a:spcBef>
            <a:spcAft>
              <a:spcPct val="35000"/>
            </a:spcAft>
            <a:buNone/>
          </a:pPr>
          <a:r>
            <a:rPr lang="en-US" sz="1900" b="1" kern="1200"/>
            <a:t>What This Suggests</a:t>
          </a:r>
          <a:endParaRPr lang="en-US" sz="1900" kern="1200"/>
        </a:p>
      </dsp:txBody>
      <dsp:txXfrm>
        <a:off x="797310" y="2590291"/>
        <a:ext cx="5363004" cy="690312"/>
      </dsp:txXfrm>
    </dsp:sp>
    <dsp:sp modelId="{29680DCC-1B35-465E-8246-15536C3A5570}">
      <dsp:nvSpPr>
        <dsp:cNvPr id="0" name=""/>
        <dsp:cNvSpPr/>
      </dsp:nvSpPr>
      <dsp:spPr>
        <a:xfrm>
          <a:off x="0" y="3453182"/>
          <a:ext cx="6160315" cy="6903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F5C4BF-9A6D-4A39-962C-67E4E86FE9F7}">
      <dsp:nvSpPr>
        <dsp:cNvPr id="0" name=""/>
        <dsp:cNvSpPr/>
      </dsp:nvSpPr>
      <dsp:spPr>
        <a:xfrm>
          <a:off x="208819" y="3608502"/>
          <a:ext cx="379671" cy="3796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3349401-FE71-46F2-8EA5-032E200A2B08}">
      <dsp:nvSpPr>
        <dsp:cNvPr id="0" name=""/>
        <dsp:cNvSpPr/>
      </dsp:nvSpPr>
      <dsp:spPr>
        <a:xfrm>
          <a:off x="797310" y="3453182"/>
          <a:ext cx="5363004" cy="690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058" tIns="73058" rIns="73058" bIns="73058" numCol="1" spcCol="1270" anchor="ctr" anchorCtr="0">
          <a:noAutofit/>
        </a:bodyPr>
        <a:lstStyle/>
        <a:p>
          <a:pPr marL="0" lvl="0" indent="0" algn="l" defTabSz="844550">
            <a:lnSpc>
              <a:spcPct val="90000"/>
            </a:lnSpc>
            <a:spcBef>
              <a:spcPct val="0"/>
            </a:spcBef>
            <a:spcAft>
              <a:spcPct val="35000"/>
            </a:spcAft>
            <a:buNone/>
          </a:pPr>
          <a:r>
            <a:rPr lang="en-US" sz="1900" kern="1200"/>
            <a:t>The </a:t>
          </a:r>
          <a:r>
            <a:rPr lang="en-US" sz="1900" b="1" kern="1200"/>
            <a:t>10% threshold may be too high</a:t>
          </a:r>
          <a:r>
            <a:rPr lang="en-US" sz="1900" kern="1200"/>
            <a:t> </a:t>
          </a:r>
        </a:p>
      </dsp:txBody>
      <dsp:txXfrm>
        <a:off x="797310" y="3453182"/>
        <a:ext cx="5363004" cy="690312"/>
      </dsp:txXfrm>
    </dsp:sp>
    <dsp:sp modelId="{F8091602-6CB0-4BE5-8D65-A0A5FA9EA707}">
      <dsp:nvSpPr>
        <dsp:cNvPr id="0" name=""/>
        <dsp:cNvSpPr/>
      </dsp:nvSpPr>
      <dsp:spPr>
        <a:xfrm>
          <a:off x="0" y="4316072"/>
          <a:ext cx="6160315" cy="6903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7C9E4D-20E3-455E-B065-2EBE9990E180}">
      <dsp:nvSpPr>
        <dsp:cNvPr id="0" name=""/>
        <dsp:cNvSpPr/>
      </dsp:nvSpPr>
      <dsp:spPr>
        <a:xfrm>
          <a:off x="208819" y="4471392"/>
          <a:ext cx="379671" cy="3796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ECB0E78-FA45-4B83-9598-A5130CFE891E}">
      <dsp:nvSpPr>
        <dsp:cNvPr id="0" name=""/>
        <dsp:cNvSpPr/>
      </dsp:nvSpPr>
      <dsp:spPr>
        <a:xfrm>
          <a:off x="797310" y="4316072"/>
          <a:ext cx="5363004" cy="690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058" tIns="73058" rIns="73058" bIns="73058" numCol="1" spcCol="1270" anchor="ctr" anchorCtr="0">
          <a:noAutofit/>
        </a:bodyPr>
        <a:lstStyle/>
        <a:p>
          <a:pPr marL="0" lvl="0" indent="0" algn="l" defTabSz="844550">
            <a:lnSpc>
              <a:spcPct val="90000"/>
            </a:lnSpc>
            <a:spcBef>
              <a:spcPct val="0"/>
            </a:spcBef>
            <a:spcAft>
              <a:spcPct val="35000"/>
            </a:spcAft>
            <a:buNone/>
          </a:pPr>
          <a:r>
            <a:rPr lang="en-US" sz="1900" kern="1200"/>
            <a:t>Or the model may behave differently </a:t>
          </a:r>
          <a:r>
            <a:rPr lang="en-US" sz="1900" b="1" kern="1200"/>
            <a:t>in practice vs theory</a:t>
          </a:r>
          <a:endParaRPr lang="en-US" sz="1900" kern="1200"/>
        </a:p>
      </dsp:txBody>
      <dsp:txXfrm>
        <a:off x="797310" y="4316072"/>
        <a:ext cx="5363004" cy="6903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6336AF-9C1C-4625-BDDA-A2FC7394E356}">
      <dsp:nvSpPr>
        <dsp:cNvPr id="0" name=""/>
        <dsp:cNvSpPr/>
      </dsp:nvSpPr>
      <dsp:spPr>
        <a:xfrm>
          <a:off x="2667784" y="679402"/>
          <a:ext cx="523347" cy="91440"/>
        </a:xfrm>
        <a:custGeom>
          <a:avLst/>
          <a:gdLst/>
          <a:ahLst/>
          <a:cxnLst/>
          <a:rect l="0" t="0" r="0" b="0"/>
          <a:pathLst>
            <a:path>
              <a:moveTo>
                <a:pt x="0" y="45720"/>
              </a:moveTo>
              <a:lnTo>
                <a:pt x="523347" y="45720"/>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915609" y="722352"/>
        <a:ext cx="27697" cy="5539"/>
      </dsp:txXfrm>
    </dsp:sp>
    <dsp:sp modelId="{E62E3BDD-C9C4-42DD-B77E-85F97FB1338D}">
      <dsp:nvSpPr>
        <dsp:cNvPr id="0" name=""/>
        <dsp:cNvSpPr/>
      </dsp:nvSpPr>
      <dsp:spPr>
        <a:xfrm>
          <a:off x="261118" y="2582"/>
          <a:ext cx="2408466" cy="144507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017" tIns="123879" rIns="118017" bIns="123879" numCol="1" spcCol="1270" anchor="ctr" anchorCtr="0">
          <a:noAutofit/>
        </a:bodyPr>
        <a:lstStyle/>
        <a:p>
          <a:pPr marL="0" lvl="0" indent="0" algn="ctr" defTabSz="1022350">
            <a:lnSpc>
              <a:spcPct val="90000"/>
            </a:lnSpc>
            <a:spcBef>
              <a:spcPct val="0"/>
            </a:spcBef>
            <a:spcAft>
              <a:spcPct val="35000"/>
            </a:spcAft>
            <a:buNone/>
          </a:pPr>
          <a:r>
            <a:rPr lang="en-US" sz="2300" b="1" kern="1200"/>
            <a:t>Key Results</a:t>
          </a:r>
          <a:endParaRPr lang="en-US" sz="2300" kern="1200"/>
        </a:p>
      </dsp:txBody>
      <dsp:txXfrm>
        <a:off x="261118" y="2582"/>
        <a:ext cx="2408466" cy="1445079"/>
      </dsp:txXfrm>
    </dsp:sp>
    <dsp:sp modelId="{63208219-4159-4CAF-8024-F067246BF76F}">
      <dsp:nvSpPr>
        <dsp:cNvPr id="0" name=""/>
        <dsp:cNvSpPr/>
      </dsp:nvSpPr>
      <dsp:spPr>
        <a:xfrm>
          <a:off x="1465351" y="1445862"/>
          <a:ext cx="2962413" cy="523347"/>
        </a:xfrm>
        <a:custGeom>
          <a:avLst/>
          <a:gdLst/>
          <a:ahLst/>
          <a:cxnLst/>
          <a:rect l="0" t="0" r="0" b="0"/>
          <a:pathLst>
            <a:path>
              <a:moveTo>
                <a:pt x="2962413" y="0"/>
              </a:moveTo>
              <a:lnTo>
                <a:pt x="2962413" y="278773"/>
              </a:lnTo>
              <a:lnTo>
                <a:pt x="0" y="278773"/>
              </a:lnTo>
              <a:lnTo>
                <a:pt x="0" y="523347"/>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71214" y="1704766"/>
        <a:ext cx="150688" cy="5539"/>
      </dsp:txXfrm>
    </dsp:sp>
    <dsp:sp modelId="{F1A6190D-779A-4BAE-BA52-DF3F3116CD68}">
      <dsp:nvSpPr>
        <dsp:cNvPr id="0" name=""/>
        <dsp:cNvSpPr/>
      </dsp:nvSpPr>
      <dsp:spPr>
        <a:xfrm>
          <a:off x="3223532" y="2582"/>
          <a:ext cx="2408466" cy="144507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017" tIns="123879" rIns="118017" bIns="123879" numCol="1" spcCol="1270" anchor="ctr" anchorCtr="0">
          <a:noAutofit/>
        </a:bodyPr>
        <a:lstStyle/>
        <a:p>
          <a:pPr marL="0" lvl="0" indent="0" algn="ctr" defTabSz="1022350">
            <a:lnSpc>
              <a:spcPct val="90000"/>
            </a:lnSpc>
            <a:spcBef>
              <a:spcPct val="0"/>
            </a:spcBef>
            <a:spcAft>
              <a:spcPct val="35000"/>
            </a:spcAft>
            <a:buNone/>
          </a:pPr>
          <a:r>
            <a:rPr lang="en-US" sz="2300" kern="1200"/>
            <a:t>Current threshold (10%): </a:t>
          </a:r>
          <a:r>
            <a:rPr lang="en-US" sz="2300" b="1" kern="1200"/>
            <a:t>$403,500</a:t>
          </a:r>
          <a:r>
            <a:rPr lang="en-US" sz="2300" kern="1200"/>
            <a:t> </a:t>
          </a:r>
        </a:p>
      </dsp:txBody>
      <dsp:txXfrm>
        <a:off x="3223532" y="2582"/>
        <a:ext cx="2408466" cy="1445079"/>
      </dsp:txXfrm>
    </dsp:sp>
    <dsp:sp modelId="{E6BE88A3-D02D-46F1-95F2-0A64E86F92B3}">
      <dsp:nvSpPr>
        <dsp:cNvPr id="0" name=""/>
        <dsp:cNvSpPr/>
      </dsp:nvSpPr>
      <dsp:spPr>
        <a:xfrm>
          <a:off x="2667784" y="2678429"/>
          <a:ext cx="523347" cy="91440"/>
        </a:xfrm>
        <a:custGeom>
          <a:avLst/>
          <a:gdLst/>
          <a:ahLst/>
          <a:cxnLst/>
          <a:rect l="0" t="0" r="0" b="0"/>
          <a:pathLst>
            <a:path>
              <a:moveTo>
                <a:pt x="0" y="45720"/>
              </a:moveTo>
              <a:lnTo>
                <a:pt x="523347" y="45720"/>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915609" y="2721379"/>
        <a:ext cx="27697" cy="5539"/>
      </dsp:txXfrm>
    </dsp:sp>
    <dsp:sp modelId="{36D15159-BBAF-423F-BBD1-4D8645DFCC71}">
      <dsp:nvSpPr>
        <dsp:cNvPr id="0" name=""/>
        <dsp:cNvSpPr/>
      </dsp:nvSpPr>
      <dsp:spPr>
        <a:xfrm>
          <a:off x="261118" y="2001609"/>
          <a:ext cx="2408466" cy="144507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017" tIns="123879" rIns="118017" bIns="123879" numCol="1" spcCol="1270" anchor="ctr" anchorCtr="0">
          <a:noAutofit/>
        </a:bodyPr>
        <a:lstStyle/>
        <a:p>
          <a:pPr marL="0" lvl="0" indent="0" algn="ctr" defTabSz="1022350">
            <a:lnSpc>
              <a:spcPct val="90000"/>
            </a:lnSpc>
            <a:spcBef>
              <a:spcPct val="0"/>
            </a:spcBef>
            <a:spcAft>
              <a:spcPct val="35000"/>
            </a:spcAft>
            <a:buNone/>
          </a:pPr>
          <a:r>
            <a:rPr lang="en-US" sz="2300" kern="1200"/>
            <a:t>Optimal threshold (5%): </a:t>
          </a:r>
          <a:r>
            <a:rPr lang="en-US" sz="2300" b="1" kern="1200"/>
            <a:t>$356,500</a:t>
          </a:r>
          <a:endParaRPr lang="en-US" sz="2300" kern="1200"/>
        </a:p>
      </dsp:txBody>
      <dsp:txXfrm>
        <a:off x="261118" y="2001609"/>
        <a:ext cx="2408466" cy="1445079"/>
      </dsp:txXfrm>
    </dsp:sp>
    <dsp:sp modelId="{59BA09FB-189C-4260-AEEC-7B87B48D4A31}">
      <dsp:nvSpPr>
        <dsp:cNvPr id="0" name=""/>
        <dsp:cNvSpPr/>
      </dsp:nvSpPr>
      <dsp:spPr>
        <a:xfrm>
          <a:off x="1465351" y="3444889"/>
          <a:ext cx="2962413" cy="523347"/>
        </a:xfrm>
        <a:custGeom>
          <a:avLst/>
          <a:gdLst/>
          <a:ahLst/>
          <a:cxnLst/>
          <a:rect l="0" t="0" r="0" b="0"/>
          <a:pathLst>
            <a:path>
              <a:moveTo>
                <a:pt x="2962413" y="0"/>
              </a:moveTo>
              <a:lnTo>
                <a:pt x="2962413" y="278773"/>
              </a:lnTo>
              <a:lnTo>
                <a:pt x="0" y="278773"/>
              </a:lnTo>
              <a:lnTo>
                <a:pt x="0" y="523347"/>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71214" y="3703793"/>
        <a:ext cx="150688" cy="5539"/>
      </dsp:txXfrm>
    </dsp:sp>
    <dsp:sp modelId="{83B3C44A-DF74-4719-946A-44C69708625C}">
      <dsp:nvSpPr>
        <dsp:cNvPr id="0" name=""/>
        <dsp:cNvSpPr/>
      </dsp:nvSpPr>
      <dsp:spPr>
        <a:xfrm>
          <a:off x="3223532" y="2001609"/>
          <a:ext cx="2408466" cy="144507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017" tIns="123879" rIns="118017" bIns="123879" numCol="1" spcCol="1270" anchor="ctr" anchorCtr="0">
          <a:noAutofit/>
        </a:bodyPr>
        <a:lstStyle/>
        <a:p>
          <a:pPr marL="0" lvl="0" indent="0" algn="ctr" defTabSz="1022350">
            <a:lnSpc>
              <a:spcPct val="90000"/>
            </a:lnSpc>
            <a:spcBef>
              <a:spcPct val="0"/>
            </a:spcBef>
            <a:spcAft>
              <a:spcPct val="35000"/>
            </a:spcAft>
            <a:buNone/>
          </a:pPr>
          <a:r>
            <a:rPr lang="en-US" sz="2300" b="1" kern="1200"/>
            <a:t>Cost Savings</a:t>
          </a:r>
          <a:endParaRPr lang="en-US" sz="2300" kern="1200"/>
        </a:p>
      </dsp:txBody>
      <dsp:txXfrm>
        <a:off x="3223532" y="2001609"/>
        <a:ext cx="2408466" cy="1445079"/>
      </dsp:txXfrm>
    </dsp:sp>
    <dsp:sp modelId="{DD02454A-90BB-4D57-A321-5EBBFD9177BD}">
      <dsp:nvSpPr>
        <dsp:cNvPr id="0" name=""/>
        <dsp:cNvSpPr/>
      </dsp:nvSpPr>
      <dsp:spPr>
        <a:xfrm>
          <a:off x="2667784" y="4677456"/>
          <a:ext cx="523347" cy="91440"/>
        </a:xfrm>
        <a:custGeom>
          <a:avLst/>
          <a:gdLst/>
          <a:ahLst/>
          <a:cxnLst/>
          <a:rect l="0" t="0" r="0" b="0"/>
          <a:pathLst>
            <a:path>
              <a:moveTo>
                <a:pt x="0" y="45720"/>
              </a:moveTo>
              <a:lnTo>
                <a:pt x="523347" y="45720"/>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915609" y="4720406"/>
        <a:ext cx="27697" cy="5539"/>
      </dsp:txXfrm>
    </dsp:sp>
    <dsp:sp modelId="{841C69DF-EE24-498E-951B-2AB373710E27}">
      <dsp:nvSpPr>
        <dsp:cNvPr id="0" name=""/>
        <dsp:cNvSpPr/>
      </dsp:nvSpPr>
      <dsp:spPr>
        <a:xfrm>
          <a:off x="261118" y="4000636"/>
          <a:ext cx="2408466" cy="144507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017" tIns="123879" rIns="118017" bIns="123879" numCol="1" spcCol="1270" anchor="ctr" anchorCtr="0">
          <a:noAutofit/>
        </a:bodyPr>
        <a:lstStyle/>
        <a:p>
          <a:pPr marL="0" lvl="0" indent="0" algn="ctr" defTabSz="1022350">
            <a:lnSpc>
              <a:spcPct val="90000"/>
            </a:lnSpc>
            <a:spcBef>
              <a:spcPct val="0"/>
            </a:spcBef>
            <a:spcAft>
              <a:spcPct val="35000"/>
            </a:spcAft>
            <a:buNone/>
          </a:pPr>
          <a:r>
            <a:rPr lang="en-US" sz="2300" b="1" kern="1200"/>
            <a:t>$47,000 saved (per 2,000 claims)</a:t>
          </a:r>
          <a:endParaRPr lang="en-US" sz="2300" kern="1200"/>
        </a:p>
      </dsp:txBody>
      <dsp:txXfrm>
        <a:off x="261118" y="4000636"/>
        <a:ext cx="2408466" cy="1445079"/>
      </dsp:txXfrm>
    </dsp:sp>
    <dsp:sp modelId="{96C60782-B729-497F-9938-46EDA62EE39B}">
      <dsp:nvSpPr>
        <dsp:cNvPr id="0" name=""/>
        <dsp:cNvSpPr/>
      </dsp:nvSpPr>
      <dsp:spPr>
        <a:xfrm>
          <a:off x="3223532" y="4000636"/>
          <a:ext cx="2408466" cy="144507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017" tIns="123879" rIns="118017" bIns="123879" numCol="1" spcCol="1270" anchor="ctr" anchorCtr="0">
          <a:noAutofit/>
        </a:bodyPr>
        <a:lstStyle/>
        <a:p>
          <a:pPr marL="0" lvl="0" indent="0" algn="ctr" defTabSz="1022350">
            <a:lnSpc>
              <a:spcPct val="90000"/>
            </a:lnSpc>
            <a:spcBef>
              <a:spcPct val="0"/>
            </a:spcBef>
            <a:spcAft>
              <a:spcPct val="35000"/>
            </a:spcAft>
            <a:buNone/>
          </a:pPr>
          <a:r>
            <a:rPr lang="en-US" sz="2300" b="1" kern="1200"/>
            <a:t>~$23,500 saved (per 1,000 claims)</a:t>
          </a:r>
          <a:endParaRPr lang="en-US" sz="2300" kern="1200"/>
        </a:p>
      </dsp:txBody>
      <dsp:txXfrm>
        <a:off x="3223532" y="4000636"/>
        <a:ext cx="2408466" cy="144507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4F0E14-E585-44EB-9984-EF1267287F46}" type="datetimeFigureOut">
              <a:rPr lang="en-US" smtClean="0"/>
              <a:t>4/30/2026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0BDB2F-7C5E-4DA5-B3A7-E0F5A9F15077}" type="slidenum">
              <a:rPr lang="en-US" smtClean="0"/>
              <a:t>‹#›</a:t>
            </a:fld>
            <a:endParaRPr lang="en-US"/>
          </a:p>
        </p:txBody>
      </p:sp>
    </p:spTree>
    <p:extLst>
      <p:ext uri="{BB962C8B-B14F-4D97-AF65-F5344CB8AC3E}">
        <p14:creationId xmlns:p14="http://schemas.microsoft.com/office/powerpoint/2010/main" val="1781412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this project, I move from evaluating a single claim to evaluating the overall decision system. The goal is to determine whether the current fraud threshold is truly optimal, or if we can improve it using real claim outcomes.”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3B0BDB2F-7C5E-4DA5-B3A7-E0F5A9F15077}" type="slidenum">
              <a:rPr lang="en-US" smtClean="0"/>
              <a:t>1</a:t>
            </a:fld>
            <a:endParaRPr lang="en-US"/>
          </a:p>
        </p:txBody>
      </p:sp>
    </p:spTree>
    <p:extLst>
      <p:ext uri="{BB962C8B-B14F-4D97-AF65-F5344CB8AC3E}">
        <p14:creationId xmlns:p14="http://schemas.microsoft.com/office/powerpoint/2010/main" val="7693168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currently use a 10% threshold to decide which claims to investigate, based on cost assumptions. However, total costs are higher than expected, suggesting this threshold may not be optimal. The key question is whether this rule is truly minimizing cost when applied to real claim outcomes.”</a:t>
            </a:r>
          </a:p>
          <a:p>
            <a:endParaRPr lang="en-US" dirty="0"/>
          </a:p>
        </p:txBody>
      </p:sp>
      <p:sp>
        <p:nvSpPr>
          <p:cNvPr id="4" name="Slide Number Placeholder 3"/>
          <p:cNvSpPr>
            <a:spLocks noGrp="1"/>
          </p:cNvSpPr>
          <p:nvPr>
            <p:ph type="sldNum" sz="quarter" idx="5"/>
          </p:nvPr>
        </p:nvSpPr>
        <p:spPr/>
        <p:txBody>
          <a:bodyPr/>
          <a:lstStyle/>
          <a:p>
            <a:fld id="{3B0BDB2F-7C5E-4DA5-B3A7-E0F5A9F15077}" type="slidenum">
              <a:rPr lang="en-US" smtClean="0"/>
              <a:t>2</a:t>
            </a:fld>
            <a:endParaRPr lang="en-US"/>
          </a:p>
        </p:txBody>
      </p:sp>
    </p:spTree>
    <p:extLst>
      <p:ext uri="{BB962C8B-B14F-4D97-AF65-F5344CB8AC3E}">
        <p14:creationId xmlns:p14="http://schemas.microsoft.com/office/powerpoint/2010/main" val="33399174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threshold of 10% was derived directly from the cost ratio between investigation and missed fraud. This approach assumes that the model’s predicted probabilities are accurate, and that the cost ratio alone determines the optimal decision rule. While this is theoretically sound, it may not fully reflect real-world performance.”</a:t>
            </a:r>
          </a:p>
        </p:txBody>
      </p:sp>
      <p:sp>
        <p:nvSpPr>
          <p:cNvPr id="4" name="Slide Number Placeholder 3"/>
          <p:cNvSpPr>
            <a:spLocks noGrp="1"/>
          </p:cNvSpPr>
          <p:nvPr>
            <p:ph type="sldNum" sz="quarter" idx="5"/>
          </p:nvPr>
        </p:nvSpPr>
        <p:spPr/>
        <p:txBody>
          <a:bodyPr/>
          <a:lstStyle/>
          <a:p>
            <a:fld id="{3B0BDB2F-7C5E-4DA5-B3A7-E0F5A9F15077}" type="slidenum">
              <a:rPr lang="en-US" smtClean="0"/>
              <a:t>3</a:t>
            </a:fld>
            <a:endParaRPr lang="en-US"/>
          </a:p>
        </p:txBody>
      </p:sp>
    </p:spTree>
    <p:extLst>
      <p:ext uri="{BB962C8B-B14F-4D97-AF65-F5344CB8AC3E}">
        <p14:creationId xmlns:p14="http://schemas.microsoft.com/office/powerpoint/2010/main" val="28510987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“Despite using a theoretically optimal threshold, total costs are higher than expected. This suggests the current workflow may be missing too many fraudulent claims. The key uncertainty is whether the threshold itself is too high, or whether the model behaves differently in practice than assumed.”</a:t>
            </a:r>
          </a:p>
        </p:txBody>
      </p:sp>
      <p:sp>
        <p:nvSpPr>
          <p:cNvPr id="4" name="Slide Number Placeholder 3"/>
          <p:cNvSpPr>
            <a:spLocks noGrp="1"/>
          </p:cNvSpPr>
          <p:nvPr>
            <p:ph type="sldNum" sz="quarter" idx="5"/>
          </p:nvPr>
        </p:nvSpPr>
        <p:spPr/>
        <p:txBody>
          <a:bodyPr/>
          <a:lstStyle/>
          <a:p>
            <a:fld id="{3B0BDB2F-7C5E-4DA5-B3A7-E0F5A9F15077}" type="slidenum">
              <a:rPr lang="en-US" smtClean="0"/>
              <a:t>4</a:t>
            </a:fld>
            <a:endParaRPr lang="en-US"/>
          </a:p>
        </p:txBody>
      </p:sp>
    </p:spTree>
    <p:extLst>
      <p:ext uri="{BB962C8B-B14F-4D97-AF65-F5344CB8AC3E}">
        <p14:creationId xmlns:p14="http://schemas.microsoft.com/office/powerpoint/2010/main" val="30687850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address this issue</a:t>
            </a:r>
            <a:r>
              <a:rPr lang="en-US"/>
              <a:t>, I </a:t>
            </a:r>
            <a:r>
              <a:rPr lang="en-US" dirty="0"/>
              <a:t>evaluate how different thresholds perform using real claim data. By simulating decisions across all claims and computing total cost, we can identify the threshold that truly minimizes cost and compare it to the current 10% rule.”</a:t>
            </a:r>
          </a:p>
        </p:txBody>
      </p:sp>
      <p:sp>
        <p:nvSpPr>
          <p:cNvPr id="4" name="Slide Number Placeholder 3"/>
          <p:cNvSpPr>
            <a:spLocks noGrp="1"/>
          </p:cNvSpPr>
          <p:nvPr>
            <p:ph type="sldNum" sz="quarter" idx="5"/>
          </p:nvPr>
        </p:nvSpPr>
        <p:spPr/>
        <p:txBody>
          <a:bodyPr/>
          <a:lstStyle/>
          <a:p>
            <a:fld id="{3B0BDB2F-7C5E-4DA5-B3A7-E0F5A9F15077}" type="slidenum">
              <a:rPr lang="en-US" smtClean="0"/>
              <a:t>5</a:t>
            </a:fld>
            <a:endParaRPr lang="en-US"/>
          </a:p>
        </p:txBody>
      </p:sp>
    </p:spTree>
    <p:extLst>
      <p:ext uri="{BB962C8B-B14F-4D97-AF65-F5344CB8AC3E}">
        <p14:creationId xmlns:p14="http://schemas.microsoft.com/office/powerpoint/2010/main" val="3617940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evaluated total cost across different thresholds and found that cost is minimized at approximately 5%. The current threshold of 10% is higher than optimal, which leads to missed fraud and increased total cost.</a:t>
            </a:r>
          </a:p>
        </p:txBody>
      </p:sp>
      <p:sp>
        <p:nvSpPr>
          <p:cNvPr id="4" name="Slide Number Placeholder 3"/>
          <p:cNvSpPr>
            <a:spLocks noGrp="1"/>
          </p:cNvSpPr>
          <p:nvPr>
            <p:ph type="sldNum" sz="quarter" idx="5"/>
          </p:nvPr>
        </p:nvSpPr>
        <p:spPr/>
        <p:txBody>
          <a:bodyPr/>
          <a:lstStyle/>
          <a:p>
            <a:fld id="{3B0BDB2F-7C5E-4DA5-B3A7-E0F5A9F15077}" type="slidenum">
              <a:rPr lang="en-US" smtClean="0"/>
              <a:t>6</a:t>
            </a:fld>
            <a:endParaRPr lang="en-US"/>
          </a:p>
        </p:txBody>
      </p:sp>
    </p:spTree>
    <p:extLst>
      <p:ext uri="{BB962C8B-B14F-4D97-AF65-F5344CB8AC3E}">
        <p14:creationId xmlns:p14="http://schemas.microsoft.com/office/powerpoint/2010/main" val="27126963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lowering the threshold from 10% to 5%, total cost decreases by approximately $47,000 across 2,000 claims. This suggests that the current system is too conservative and is missing costly fraud cases. Adjusting the threshold enables more proactive fraud detection and improves overall cost efficiency.</a:t>
            </a:r>
          </a:p>
        </p:txBody>
      </p:sp>
      <p:sp>
        <p:nvSpPr>
          <p:cNvPr id="4" name="Slide Number Placeholder 3"/>
          <p:cNvSpPr>
            <a:spLocks noGrp="1"/>
          </p:cNvSpPr>
          <p:nvPr>
            <p:ph type="sldNum" sz="quarter" idx="5"/>
          </p:nvPr>
        </p:nvSpPr>
        <p:spPr/>
        <p:txBody>
          <a:bodyPr/>
          <a:lstStyle/>
          <a:p>
            <a:fld id="{3B0BDB2F-7C5E-4DA5-B3A7-E0F5A9F15077}" type="slidenum">
              <a:rPr lang="en-US" smtClean="0"/>
              <a:t>7</a:t>
            </a:fld>
            <a:endParaRPr lang="en-US"/>
          </a:p>
        </p:txBody>
      </p:sp>
    </p:spTree>
    <p:extLst>
      <p:ext uri="{BB962C8B-B14F-4D97-AF65-F5344CB8AC3E}">
        <p14:creationId xmlns:p14="http://schemas.microsoft.com/office/powerpoint/2010/main" val="23620117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A6A15-6E39-4FFA-B5DC-89EB633E6DC2}"/>
              </a:ext>
            </a:extLst>
          </p:cNvPr>
          <p:cNvSpPr>
            <a:spLocks noGrp="1"/>
          </p:cNvSpPr>
          <p:nvPr>
            <p:ph type="ctrTitle"/>
          </p:nvPr>
        </p:nvSpPr>
        <p:spPr>
          <a:xfrm>
            <a:off x="1638300" y="1371600"/>
            <a:ext cx="8127574" cy="2736443"/>
          </a:xfrm>
        </p:spPr>
        <p:txBody>
          <a:bodyPr anchor="b">
            <a:normAutofit/>
          </a:bodyPr>
          <a:lstStyle>
            <a:lvl1pPr algn="l">
              <a:defRPr sz="4400"/>
            </a:lvl1pPr>
          </a:lstStyle>
          <a:p>
            <a:r>
              <a:rPr lang="en-US" dirty="0"/>
              <a:t>Click to edit Master title style</a:t>
            </a:r>
          </a:p>
        </p:txBody>
      </p:sp>
      <p:sp>
        <p:nvSpPr>
          <p:cNvPr id="3" name="Subtitle 2">
            <a:extLst>
              <a:ext uri="{FF2B5EF4-FFF2-40B4-BE49-F238E27FC236}">
                <a16:creationId xmlns:a16="http://schemas.microsoft.com/office/drawing/2014/main" id="{9A169311-3201-45EC-B973-82EC27DA529A}"/>
              </a:ext>
            </a:extLst>
          </p:cNvPr>
          <p:cNvSpPr>
            <a:spLocks noGrp="1"/>
          </p:cNvSpPr>
          <p:nvPr>
            <p:ph type="subTitle" idx="1"/>
          </p:nvPr>
        </p:nvSpPr>
        <p:spPr>
          <a:xfrm>
            <a:off x="1638300" y="4299358"/>
            <a:ext cx="8127574" cy="1187042"/>
          </a:xfrm>
        </p:spPr>
        <p:txBody>
          <a:bodyPr>
            <a:normAutofit/>
          </a:bodyPr>
          <a:lstStyle>
            <a:lvl1pPr marL="0" indent="0" algn="l">
              <a:buNone/>
              <a:defRPr sz="1800" cap="all" spc="2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629AE4B9-EDEF-4A2C-B464-332C5C624F1D}"/>
              </a:ext>
            </a:extLst>
          </p:cNvPr>
          <p:cNvSpPr>
            <a:spLocks noGrp="1"/>
          </p:cNvSpPr>
          <p:nvPr>
            <p:ph type="dt" sz="half" idx="10"/>
          </p:nvPr>
        </p:nvSpPr>
        <p:spPr/>
        <p:txBody>
          <a:bodyPr/>
          <a:lstStyle/>
          <a:p>
            <a:fld id="{B6D41BCC-AD73-4203-A5A6-E62EB28B0FE6}" type="datetimeFigureOut">
              <a:rPr lang="en-US" smtClean="0"/>
              <a:t>4/30/2026</a:t>
            </a:fld>
            <a:endParaRPr lang="en-US"/>
          </a:p>
        </p:txBody>
      </p:sp>
      <p:sp>
        <p:nvSpPr>
          <p:cNvPr id="5" name="Footer Placeholder 4">
            <a:extLst>
              <a:ext uri="{FF2B5EF4-FFF2-40B4-BE49-F238E27FC236}">
                <a16:creationId xmlns:a16="http://schemas.microsoft.com/office/drawing/2014/main" id="{62B4C951-4861-4549-8E72-CEECA89E4D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E1401-5637-41BC-AC21-891056450A28}"/>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2551282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B3747-9ADB-4FCC-89CE-6E84D13475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AEC9C6-5D7D-4249-8820-D4C99D0AE825}"/>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21F35F7-46A1-40A9-ACD7-C4923992674A}"/>
              </a:ext>
            </a:extLst>
          </p:cNvPr>
          <p:cNvSpPr>
            <a:spLocks noGrp="1"/>
          </p:cNvSpPr>
          <p:nvPr>
            <p:ph type="dt" sz="half" idx="10"/>
          </p:nvPr>
        </p:nvSpPr>
        <p:spPr/>
        <p:txBody>
          <a:bodyPr/>
          <a:lstStyle/>
          <a:p>
            <a:fld id="{B6D41BCC-AD73-4203-A5A6-E62EB28B0FE6}" type="datetimeFigureOut">
              <a:rPr lang="en-US" smtClean="0"/>
              <a:t>4/30/2026</a:t>
            </a:fld>
            <a:endParaRPr lang="en-US"/>
          </a:p>
        </p:txBody>
      </p:sp>
      <p:sp>
        <p:nvSpPr>
          <p:cNvPr id="5" name="Footer Placeholder 4">
            <a:extLst>
              <a:ext uri="{FF2B5EF4-FFF2-40B4-BE49-F238E27FC236}">
                <a16:creationId xmlns:a16="http://schemas.microsoft.com/office/drawing/2014/main" id="{FA345637-B780-4999-A87D-0039BC5A94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D9777F-E471-4CC5-B27B-137CB061E28E}"/>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664259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DCB1D-064E-46DE-B533-7CDA331EEB61}"/>
              </a:ext>
            </a:extLst>
          </p:cNvPr>
          <p:cNvSpPr>
            <a:spLocks noGrp="1"/>
          </p:cNvSpPr>
          <p:nvPr>
            <p:ph type="title"/>
          </p:nvPr>
        </p:nvSpPr>
        <p:spPr>
          <a:xfrm>
            <a:off x="1638300" y="2748406"/>
            <a:ext cx="8115300" cy="2737994"/>
          </a:xfrm>
        </p:spPr>
        <p:txBody>
          <a:bodyPr anchor="b">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5FD222C0-D002-4A94-BAFF-FD1A1CCA64CE}"/>
              </a:ext>
            </a:extLst>
          </p:cNvPr>
          <p:cNvSpPr>
            <a:spLocks noGrp="1"/>
          </p:cNvSpPr>
          <p:nvPr>
            <p:ph type="body" idx="1"/>
          </p:nvPr>
        </p:nvSpPr>
        <p:spPr>
          <a:xfrm>
            <a:off x="1638300" y="1371600"/>
            <a:ext cx="8115300" cy="1333272"/>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353E7D7E-EC9F-4AA5-A559-EF556C6AD5EE}"/>
              </a:ext>
            </a:extLst>
          </p:cNvPr>
          <p:cNvSpPr>
            <a:spLocks noGrp="1"/>
          </p:cNvSpPr>
          <p:nvPr>
            <p:ph type="dt" sz="half" idx="10"/>
          </p:nvPr>
        </p:nvSpPr>
        <p:spPr/>
        <p:txBody>
          <a:bodyPr/>
          <a:lstStyle/>
          <a:p>
            <a:fld id="{B6D41BCC-AD73-4203-A5A6-E62EB28B0FE6}" type="datetimeFigureOut">
              <a:rPr lang="en-US" smtClean="0"/>
              <a:t>4/30/2026</a:t>
            </a:fld>
            <a:endParaRPr lang="en-US"/>
          </a:p>
        </p:txBody>
      </p:sp>
      <p:sp>
        <p:nvSpPr>
          <p:cNvPr id="5" name="Footer Placeholder 4">
            <a:extLst>
              <a:ext uri="{FF2B5EF4-FFF2-40B4-BE49-F238E27FC236}">
                <a16:creationId xmlns:a16="http://schemas.microsoft.com/office/drawing/2014/main" id="{2677A8EE-88C1-400C-A23F-656DC76B95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C245A4-F9C6-44E9-929F-78C657C8B651}"/>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2863372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DF34F-B65E-4FA0-87E8-8890F482B383}"/>
              </a:ext>
            </a:extLst>
          </p:cNvPr>
          <p:cNvSpPr>
            <a:spLocks noGrp="1"/>
          </p:cNvSpPr>
          <p:nvPr>
            <p:ph type="title"/>
          </p:nvPr>
        </p:nvSpPr>
        <p:spPr>
          <a:xfrm>
            <a:off x="1638299" y="685800"/>
            <a:ext cx="9382348" cy="137160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D625A67-10CA-4531-93E1-39892C087E0B}"/>
              </a:ext>
            </a:extLst>
          </p:cNvPr>
          <p:cNvSpPr>
            <a:spLocks noGrp="1"/>
          </p:cNvSpPr>
          <p:nvPr>
            <p:ph sz="half" idx="1"/>
          </p:nvPr>
        </p:nvSpPr>
        <p:spPr>
          <a:xfrm>
            <a:off x="1638297" y="2057400"/>
            <a:ext cx="4553103" cy="41250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622BE36-0CAF-4D92-9AC2-9249276B96F2}"/>
              </a:ext>
            </a:extLst>
          </p:cNvPr>
          <p:cNvSpPr>
            <a:spLocks noGrp="1"/>
          </p:cNvSpPr>
          <p:nvPr>
            <p:ph sz="half" idx="2"/>
          </p:nvPr>
        </p:nvSpPr>
        <p:spPr>
          <a:xfrm>
            <a:off x="6477000" y="2057400"/>
            <a:ext cx="4543647" cy="41250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3C36479-3B04-43BD-9B59-DBF6CA2BF814}"/>
              </a:ext>
            </a:extLst>
          </p:cNvPr>
          <p:cNvSpPr>
            <a:spLocks noGrp="1"/>
          </p:cNvSpPr>
          <p:nvPr>
            <p:ph type="dt" sz="half" idx="10"/>
          </p:nvPr>
        </p:nvSpPr>
        <p:spPr/>
        <p:txBody>
          <a:bodyPr/>
          <a:lstStyle/>
          <a:p>
            <a:fld id="{B6D41BCC-AD73-4203-A5A6-E62EB28B0FE6}" type="datetimeFigureOut">
              <a:rPr lang="en-US" smtClean="0"/>
              <a:t>4/30/2026</a:t>
            </a:fld>
            <a:endParaRPr lang="en-US"/>
          </a:p>
        </p:txBody>
      </p:sp>
      <p:sp>
        <p:nvSpPr>
          <p:cNvPr id="6" name="Footer Placeholder 5">
            <a:extLst>
              <a:ext uri="{FF2B5EF4-FFF2-40B4-BE49-F238E27FC236}">
                <a16:creationId xmlns:a16="http://schemas.microsoft.com/office/drawing/2014/main" id="{0CFD4449-57DB-41D2-B49E-694E7C13FA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60CC2C-E50B-47D2-B62F-D5C4C9CDA7E8}"/>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4055748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8530B-D0F2-4FC4-A10F-1E54EF82C877}"/>
              </a:ext>
            </a:extLst>
          </p:cNvPr>
          <p:cNvSpPr>
            <a:spLocks noGrp="1"/>
          </p:cNvSpPr>
          <p:nvPr>
            <p:ph type="title"/>
          </p:nvPr>
        </p:nvSpPr>
        <p:spPr>
          <a:xfrm>
            <a:off x="1638300" y="755118"/>
            <a:ext cx="9378304" cy="1222765"/>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1868865C-9D06-4FA3-BA3D-7187BB41B576}"/>
              </a:ext>
            </a:extLst>
          </p:cNvPr>
          <p:cNvSpPr>
            <a:spLocks noGrp="1"/>
          </p:cNvSpPr>
          <p:nvPr>
            <p:ph type="body" idx="1"/>
          </p:nvPr>
        </p:nvSpPr>
        <p:spPr>
          <a:xfrm>
            <a:off x="1638300" y="2034147"/>
            <a:ext cx="4529391" cy="681591"/>
          </a:xfrm>
        </p:spPr>
        <p:txBody>
          <a:bodyPr anchor="b">
            <a:normAutofit/>
          </a:bodyPr>
          <a:lstStyle>
            <a:lvl1pPr marL="0" indent="0">
              <a:buNone/>
              <a:defRPr sz="1800" b="1" cap="all" spc="2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3F656570-8F97-4B7E-A805-96925AC4781F}"/>
              </a:ext>
            </a:extLst>
          </p:cNvPr>
          <p:cNvSpPr>
            <a:spLocks noGrp="1"/>
          </p:cNvSpPr>
          <p:nvPr>
            <p:ph sz="half" idx="2"/>
          </p:nvPr>
        </p:nvSpPr>
        <p:spPr>
          <a:xfrm>
            <a:off x="1638300" y="2748405"/>
            <a:ext cx="4529391" cy="344125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4057EF54-F63F-4730-99EE-0E472578F512}"/>
              </a:ext>
            </a:extLst>
          </p:cNvPr>
          <p:cNvSpPr>
            <a:spLocks noGrp="1"/>
          </p:cNvSpPr>
          <p:nvPr>
            <p:ph type="body" sz="quarter" idx="3"/>
          </p:nvPr>
        </p:nvSpPr>
        <p:spPr>
          <a:xfrm>
            <a:off x="6487213" y="2034147"/>
            <a:ext cx="4529391" cy="681591"/>
          </a:xfrm>
        </p:spPr>
        <p:txBody>
          <a:bodyPr anchor="b">
            <a:normAutofit/>
          </a:bodyPr>
          <a:lstStyle>
            <a:lvl1pPr marL="0" indent="0">
              <a:buNone/>
              <a:defRPr sz="1800" b="1" cap="all" spc="2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908453E-B012-4889-9F49-E1351532ADF2}"/>
              </a:ext>
            </a:extLst>
          </p:cNvPr>
          <p:cNvSpPr>
            <a:spLocks noGrp="1"/>
          </p:cNvSpPr>
          <p:nvPr>
            <p:ph sz="quarter" idx="4"/>
          </p:nvPr>
        </p:nvSpPr>
        <p:spPr>
          <a:xfrm>
            <a:off x="6487213" y="2748405"/>
            <a:ext cx="4529391" cy="344125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E89FC47A-8514-4C98-B1BE-FF6CC666C580}"/>
              </a:ext>
            </a:extLst>
          </p:cNvPr>
          <p:cNvSpPr>
            <a:spLocks noGrp="1"/>
          </p:cNvSpPr>
          <p:nvPr>
            <p:ph type="dt" sz="half" idx="10"/>
          </p:nvPr>
        </p:nvSpPr>
        <p:spPr/>
        <p:txBody>
          <a:bodyPr/>
          <a:lstStyle/>
          <a:p>
            <a:fld id="{B6D41BCC-AD73-4203-A5A6-E62EB28B0FE6}" type="datetimeFigureOut">
              <a:rPr lang="en-US" smtClean="0"/>
              <a:t>4/30/2026</a:t>
            </a:fld>
            <a:endParaRPr lang="en-US"/>
          </a:p>
        </p:txBody>
      </p:sp>
      <p:sp>
        <p:nvSpPr>
          <p:cNvPr id="8" name="Footer Placeholder 7">
            <a:extLst>
              <a:ext uri="{FF2B5EF4-FFF2-40B4-BE49-F238E27FC236}">
                <a16:creationId xmlns:a16="http://schemas.microsoft.com/office/drawing/2014/main" id="{CED4301A-D375-4163-9488-27A9CDC6FD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EED6105-4A37-4D4B-9BE8-715FB732C924}"/>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982698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3007F-6649-4D23-8869-C1CC29D0096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88B85A1-41F9-4BC1-9C40-3E5D5C0425BF}"/>
              </a:ext>
            </a:extLst>
          </p:cNvPr>
          <p:cNvSpPr>
            <a:spLocks noGrp="1"/>
          </p:cNvSpPr>
          <p:nvPr>
            <p:ph type="dt" sz="half" idx="10"/>
          </p:nvPr>
        </p:nvSpPr>
        <p:spPr/>
        <p:txBody>
          <a:bodyPr/>
          <a:lstStyle/>
          <a:p>
            <a:fld id="{B6D41BCC-AD73-4203-A5A6-E62EB28B0FE6}" type="datetimeFigureOut">
              <a:rPr lang="en-US" smtClean="0"/>
              <a:t>4/30/2026</a:t>
            </a:fld>
            <a:endParaRPr lang="en-US"/>
          </a:p>
        </p:txBody>
      </p:sp>
      <p:sp>
        <p:nvSpPr>
          <p:cNvPr id="4" name="Footer Placeholder 3">
            <a:extLst>
              <a:ext uri="{FF2B5EF4-FFF2-40B4-BE49-F238E27FC236}">
                <a16:creationId xmlns:a16="http://schemas.microsoft.com/office/drawing/2014/main" id="{97B23774-EAA9-47ED-87EF-EE2B29A2580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2526550-DD4D-45E2-8916-8314C5D0680D}"/>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766913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35FACD-1A4D-49F3-8EA8-21B5C1A6A258}"/>
              </a:ext>
            </a:extLst>
          </p:cNvPr>
          <p:cNvSpPr>
            <a:spLocks noGrp="1"/>
          </p:cNvSpPr>
          <p:nvPr>
            <p:ph type="dt" sz="half" idx="10"/>
          </p:nvPr>
        </p:nvSpPr>
        <p:spPr/>
        <p:txBody>
          <a:bodyPr/>
          <a:lstStyle/>
          <a:p>
            <a:fld id="{B6D41BCC-AD73-4203-A5A6-E62EB28B0FE6}" type="datetimeFigureOut">
              <a:rPr lang="en-US" smtClean="0"/>
              <a:t>4/30/2026</a:t>
            </a:fld>
            <a:endParaRPr lang="en-US"/>
          </a:p>
        </p:txBody>
      </p:sp>
      <p:sp>
        <p:nvSpPr>
          <p:cNvPr id="3" name="Footer Placeholder 2">
            <a:extLst>
              <a:ext uri="{FF2B5EF4-FFF2-40B4-BE49-F238E27FC236}">
                <a16:creationId xmlns:a16="http://schemas.microsoft.com/office/drawing/2014/main" id="{C4FFD9DD-0E4E-4C36-AF85-B3EAD7FE613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E6F4C8-14FA-4405-85EE-ABF53FB0377C}"/>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576247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E7C28-5DEE-493D-ABAD-38E4F2D75924}"/>
              </a:ext>
            </a:extLst>
          </p:cNvPr>
          <p:cNvSpPr>
            <a:spLocks noGrp="1"/>
          </p:cNvSpPr>
          <p:nvPr>
            <p:ph type="title"/>
          </p:nvPr>
        </p:nvSpPr>
        <p:spPr>
          <a:xfrm>
            <a:off x="1225621" y="1085481"/>
            <a:ext cx="3651180" cy="1657719"/>
          </a:xfrm>
        </p:spPr>
        <p:txBody>
          <a:bodyPr anchor="t"/>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1A5E79C5-E567-4F12-96B8-8BBEAE3D8B9F}"/>
              </a:ext>
            </a:extLst>
          </p:cNvPr>
          <p:cNvSpPr>
            <a:spLocks noGrp="1"/>
          </p:cNvSpPr>
          <p:nvPr>
            <p:ph idx="1"/>
          </p:nvPr>
        </p:nvSpPr>
        <p:spPr>
          <a:xfrm>
            <a:off x="5676900" y="1132676"/>
            <a:ext cx="5289480" cy="4728374"/>
          </a:xfrm>
        </p:spPr>
        <p:txBody>
          <a:bodyPr/>
          <a:lstStyle>
            <a:lvl1pPr>
              <a:lnSpc>
                <a:spcPct val="110000"/>
              </a:lnSpc>
              <a:defRPr sz="3200"/>
            </a:lvl1pPr>
            <a:lvl2pPr>
              <a:lnSpc>
                <a:spcPct val="110000"/>
              </a:lnSpc>
              <a:defRPr sz="2800"/>
            </a:lvl2pPr>
            <a:lvl3pPr>
              <a:lnSpc>
                <a:spcPct val="110000"/>
              </a:lnSpc>
              <a:defRPr sz="2400"/>
            </a:lvl3pPr>
            <a:lvl4pPr>
              <a:lnSpc>
                <a:spcPct val="110000"/>
              </a:lnSpc>
              <a:defRPr sz="2000"/>
            </a:lvl4pPr>
            <a:lvl5pPr>
              <a:lnSpc>
                <a:spcPct val="110000"/>
              </a:lnSpc>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733DF7F-0B5C-40CE-A65F-779FA7EFBF1C}"/>
              </a:ext>
            </a:extLst>
          </p:cNvPr>
          <p:cNvSpPr>
            <a:spLocks noGrp="1"/>
          </p:cNvSpPr>
          <p:nvPr>
            <p:ph type="body" sz="half" idx="2"/>
          </p:nvPr>
        </p:nvSpPr>
        <p:spPr>
          <a:xfrm>
            <a:off x="1225621" y="2748406"/>
            <a:ext cx="3651180" cy="311264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4022248C-1826-4833-9592-383B5873AECA}"/>
              </a:ext>
            </a:extLst>
          </p:cNvPr>
          <p:cNvSpPr>
            <a:spLocks noGrp="1"/>
          </p:cNvSpPr>
          <p:nvPr>
            <p:ph type="dt" sz="half" idx="10"/>
          </p:nvPr>
        </p:nvSpPr>
        <p:spPr/>
        <p:txBody>
          <a:bodyPr/>
          <a:lstStyle/>
          <a:p>
            <a:fld id="{B6D41BCC-AD73-4203-A5A6-E62EB28B0FE6}" type="datetimeFigureOut">
              <a:rPr lang="en-US" smtClean="0"/>
              <a:t>4/30/2026</a:t>
            </a:fld>
            <a:endParaRPr lang="en-US"/>
          </a:p>
        </p:txBody>
      </p:sp>
      <p:sp>
        <p:nvSpPr>
          <p:cNvPr id="6" name="Footer Placeholder 5">
            <a:extLst>
              <a:ext uri="{FF2B5EF4-FFF2-40B4-BE49-F238E27FC236}">
                <a16:creationId xmlns:a16="http://schemas.microsoft.com/office/drawing/2014/main" id="{E80219DC-2646-42AD-897A-EB765DCBE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F238D7-4EEA-475B-B1CA-C44B89BEA304}"/>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1091719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D65BE-C907-4660-A586-71C6A1D101EC}"/>
              </a:ext>
            </a:extLst>
          </p:cNvPr>
          <p:cNvSpPr>
            <a:spLocks noGrp="1"/>
          </p:cNvSpPr>
          <p:nvPr>
            <p:ph type="title"/>
          </p:nvPr>
        </p:nvSpPr>
        <p:spPr>
          <a:xfrm>
            <a:off x="1219200" y="1085481"/>
            <a:ext cx="3657600" cy="1657719"/>
          </a:xfrm>
        </p:spPr>
        <p:txBody>
          <a:bodyPr anchor="t"/>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A044C8A9-67DF-419C-B2FC-3A879CCEF393}"/>
              </a:ext>
            </a:extLst>
          </p:cNvPr>
          <p:cNvSpPr>
            <a:spLocks noGrp="1"/>
          </p:cNvSpPr>
          <p:nvPr>
            <p:ph type="pic" idx="1"/>
          </p:nvPr>
        </p:nvSpPr>
        <p:spPr>
          <a:xfrm>
            <a:off x="5676900" y="1061885"/>
            <a:ext cx="5331069" cy="477556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EDA94A1-3058-402A-9C3F-2F210D91D990}"/>
              </a:ext>
            </a:extLst>
          </p:cNvPr>
          <p:cNvSpPr>
            <a:spLocks noGrp="1"/>
          </p:cNvSpPr>
          <p:nvPr>
            <p:ph type="body" sz="half" idx="2"/>
          </p:nvPr>
        </p:nvSpPr>
        <p:spPr>
          <a:xfrm>
            <a:off x="1219200" y="2748406"/>
            <a:ext cx="3657600" cy="311264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1BC3CA50-C8D8-4F83-B2F6-BCE825866405}"/>
              </a:ext>
            </a:extLst>
          </p:cNvPr>
          <p:cNvSpPr>
            <a:spLocks noGrp="1"/>
          </p:cNvSpPr>
          <p:nvPr>
            <p:ph type="dt" sz="half" idx="10"/>
          </p:nvPr>
        </p:nvSpPr>
        <p:spPr/>
        <p:txBody>
          <a:bodyPr/>
          <a:lstStyle/>
          <a:p>
            <a:fld id="{B6D41BCC-AD73-4203-A5A6-E62EB28B0FE6}" type="datetimeFigureOut">
              <a:rPr lang="en-US" smtClean="0"/>
              <a:t>4/30/2026</a:t>
            </a:fld>
            <a:endParaRPr lang="en-US"/>
          </a:p>
        </p:txBody>
      </p:sp>
      <p:sp>
        <p:nvSpPr>
          <p:cNvPr id="6" name="Footer Placeholder 5">
            <a:extLst>
              <a:ext uri="{FF2B5EF4-FFF2-40B4-BE49-F238E27FC236}">
                <a16:creationId xmlns:a16="http://schemas.microsoft.com/office/drawing/2014/main" id="{057E5BE3-7B02-4281-BD90-C1FAAF6368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E256D-ACD5-438F-BA6F-605E5260E2E6}"/>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031487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AD0E6-AD36-493C-9DC3-5ACC2059EC93}"/>
              </a:ext>
            </a:extLst>
          </p:cNvPr>
          <p:cNvSpPr>
            <a:spLocks noGrp="1"/>
          </p:cNvSpPr>
          <p:nvPr>
            <p:ph type="title"/>
          </p:nvPr>
        </p:nvSpPr>
        <p:spPr>
          <a:xfrm>
            <a:off x="1638299" y="685800"/>
            <a:ext cx="8915402" cy="1371600"/>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10B8558-FA83-4F6C-A6D1-2DF9D3F74BD6}"/>
              </a:ext>
            </a:extLst>
          </p:cNvPr>
          <p:cNvSpPr>
            <a:spLocks noGrp="1"/>
          </p:cNvSpPr>
          <p:nvPr>
            <p:ph type="body" orient="vert" idx="1"/>
          </p:nvPr>
        </p:nvSpPr>
        <p:spPr>
          <a:xfrm>
            <a:off x="1638299" y="2057399"/>
            <a:ext cx="8915401" cy="411480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6DE619-0CC6-4480-ABDE-277D36BDFCBB}"/>
              </a:ext>
            </a:extLst>
          </p:cNvPr>
          <p:cNvSpPr>
            <a:spLocks noGrp="1"/>
          </p:cNvSpPr>
          <p:nvPr>
            <p:ph type="dt" sz="half" idx="10"/>
          </p:nvPr>
        </p:nvSpPr>
        <p:spPr/>
        <p:txBody>
          <a:bodyPr/>
          <a:lstStyle/>
          <a:p>
            <a:fld id="{B6D41BCC-AD73-4203-A5A6-E62EB28B0FE6}" type="datetimeFigureOut">
              <a:rPr lang="en-US" smtClean="0"/>
              <a:t>4/30/2026</a:t>
            </a:fld>
            <a:endParaRPr lang="en-US"/>
          </a:p>
        </p:txBody>
      </p:sp>
      <p:sp>
        <p:nvSpPr>
          <p:cNvPr id="5" name="Footer Placeholder 4">
            <a:extLst>
              <a:ext uri="{FF2B5EF4-FFF2-40B4-BE49-F238E27FC236}">
                <a16:creationId xmlns:a16="http://schemas.microsoft.com/office/drawing/2014/main" id="{140791E6-BE35-4ECA-8AD1-E8EC09B856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F94606-B928-42D6-85CC-9576F60E3B5C}"/>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27979442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F18D8A-5002-491C-922A-E9624E2DB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65882C6-2BE9-4E25-B8BB-A2346A2B0B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7BEFF9-B3BC-4C07-BF6C-2E3C91B54B78}"/>
              </a:ext>
            </a:extLst>
          </p:cNvPr>
          <p:cNvSpPr>
            <a:spLocks noGrp="1"/>
          </p:cNvSpPr>
          <p:nvPr>
            <p:ph type="dt" sz="half" idx="10"/>
          </p:nvPr>
        </p:nvSpPr>
        <p:spPr/>
        <p:txBody>
          <a:bodyPr/>
          <a:lstStyle/>
          <a:p>
            <a:fld id="{B6D41BCC-AD73-4203-A5A6-E62EB28B0FE6}" type="datetimeFigureOut">
              <a:rPr lang="en-US" smtClean="0"/>
              <a:t>4/30/2026</a:t>
            </a:fld>
            <a:endParaRPr lang="en-US"/>
          </a:p>
        </p:txBody>
      </p:sp>
      <p:sp>
        <p:nvSpPr>
          <p:cNvPr id="5" name="Footer Placeholder 4">
            <a:extLst>
              <a:ext uri="{FF2B5EF4-FFF2-40B4-BE49-F238E27FC236}">
                <a16:creationId xmlns:a16="http://schemas.microsoft.com/office/drawing/2014/main" id="{CE0F4CF6-CDF1-4AFD-8319-71FD4FED4F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01A026-57F4-47F7-B4F0-E0D48E01268E}"/>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7754268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31A689-589E-4A73-9313-EF44F7E4E6BA}"/>
              </a:ext>
            </a:extLst>
          </p:cNvPr>
          <p:cNvSpPr>
            <a:spLocks noGrp="1"/>
          </p:cNvSpPr>
          <p:nvPr>
            <p:ph type="title"/>
          </p:nvPr>
        </p:nvSpPr>
        <p:spPr>
          <a:xfrm>
            <a:off x="1638299" y="685800"/>
            <a:ext cx="8915402" cy="13716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B2B11B8-9E77-4144-B9C1-FD164D9A11A6}"/>
              </a:ext>
            </a:extLst>
          </p:cNvPr>
          <p:cNvSpPr>
            <a:spLocks noGrp="1"/>
          </p:cNvSpPr>
          <p:nvPr>
            <p:ph type="body" idx="1"/>
          </p:nvPr>
        </p:nvSpPr>
        <p:spPr>
          <a:xfrm>
            <a:off x="1638300" y="2057400"/>
            <a:ext cx="8915402" cy="413725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D06E4CC-CF79-4C8D-9E5F-1BB517435A6F}"/>
              </a:ext>
            </a:extLst>
          </p:cNvPr>
          <p:cNvSpPr>
            <a:spLocks noGrp="1"/>
          </p:cNvSpPr>
          <p:nvPr>
            <p:ph type="dt" sz="half" idx="2"/>
          </p:nvPr>
        </p:nvSpPr>
        <p:spPr>
          <a:xfrm rot="5400000">
            <a:off x="-1001475" y="1517536"/>
            <a:ext cx="2801123" cy="365125"/>
          </a:xfrm>
          <a:prstGeom prst="rect">
            <a:avLst/>
          </a:prstGeom>
        </p:spPr>
        <p:txBody>
          <a:bodyPr vert="horz" lIns="91440" tIns="45720" rIns="91440" bIns="45720" rtlCol="0" anchor="ctr"/>
          <a:lstStyle>
            <a:lvl1pPr algn="l">
              <a:defRPr sz="800" cap="all" spc="100" baseline="0">
                <a:solidFill>
                  <a:schemeClr val="tx1"/>
                </a:solidFill>
              </a:defRPr>
            </a:lvl1pPr>
          </a:lstStyle>
          <a:p>
            <a:fld id="{B6D41BCC-AD73-4203-A5A6-E62EB28B0FE6}" type="datetimeFigureOut">
              <a:rPr lang="en-US" smtClean="0"/>
              <a:pPr/>
              <a:t>4/30/2026</a:t>
            </a:fld>
            <a:endParaRPr lang="en-US"/>
          </a:p>
        </p:txBody>
      </p:sp>
      <p:sp>
        <p:nvSpPr>
          <p:cNvPr id="5" name="Footer Placeholder 4">
            <a:extLst>
              <a:ext uri="{FF2B5EF4-FFF2-40B4-BE49-F238E27FC236}">
                <a16:creationId xmlns:a16="http://schemas.microsoft.com/office/drawing/2014/main" id="{E3D79449-05F6-4BC7-95DF-F04E1F161498}"/>
              </a:ext>
            </a:extLst>
          </p:cNvPr>
          <p:cNvSpPr>
            <a:spLocks noGrp="1"/>
          </p:cNvSpPr>
          <p:nvPr>
            <p:ph type="ftr" sz="quarter" idx="3"/>
          </p:nvPr>
        </p:nvSpPr>
        <p:spPr>
          <a:xfrm rot="5400000">
            <a:off x="10118764" y="4237870"/>
            <a:ext cx="3344053" cy="365125"/>
          </a:xfrm>
          <a:prstGeom prst="rect">
            <a:avLst/>
          </a:prstGeom>
        </p:spPr>
        <p:txBody>
          <a:bodyPr vert="horz" lIns="91440" tIns="45720" rIns="91440" bIns="45720" rtlCol="0" anchor="ctr"/>
          <a:lstStyle>
            <a:lvl1pPr algn="r">
              <a:defRPr sz="800" cap="all" spc="1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E9317FE5-2D1F-4ECC-9460-08145C3BB933}"/>
              </a:ext>
            </a:extLst>
          </p:cNvPr>
          <p:cNvSpPr>
            <a:spLocks noGrp="1"/>
          </p:cNvSpPr>
          <p:nvPr>
            <p:ph type="sldNum" sz="quarter" idx="4"/>
          </p:nvPr>
        </p:nvSpPr>
        <p:spPr>
          <a:xfrm>
            <a:off x="11228877" y="6319138"/>
            <a:ext cx="710647" cy="365125"/>
          </a:xfrm>
          <a:prstGeom prst="rect">
            <a:avLst/>
          </a:prstGeom>
        </p:spPr>
        <p:txBody>
          <a:bodyPr vert="horz" lIns="91440" tIns="45720" rIns="91440" bIns="45720" rtlCol="0" anchor="ctr"/>
          <a:lstStyle>
            <a:lvl1pPr algn="r">
              <a:defRPr sz="800" cap="all" spc="100" baseline="0">
                <a:solidFill>
                  <a:schemeClr val="tx1"/>
                </a:solidFill>
              </a:defRPr>
            </a:lvl1pPr>
          </a:lstStyle>
          <a:p>
            <a:fld id="{D637F8FC-4B86-4690-8888-22AB2F781BEF}" type="slidenum">
              <a:rPr lang="en-US" smtClean="0"/>
              <a:pPr/>
              <a:t>‹#›</a:t>
            </a:fld>
            <a:endParaRPr lang="en-US"/>
          </a:p>
        </p:txBody>
      </p:sp>
    </p:spTree>
    <p:extLst>
      <p:ext uri="{BB962C8B-B14F-4D97-AF65-F5344CB8AC3E}">
        <p14:creationId xmlns:p14="http://schemas.microsoft.com/office/powerpoint/2010/main" val="1495127696"/>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44" r:id="rId6"/>
    <p:sldLayoutId id="2147483740" r:id="rId7"/>
    <p:sldLayoutId id="2147483741" r:id="rId8"/>
    <p:sldLayoutId id="2147483742" r:id="rId9"/>
    <p:sldLayoutId id="2147483743" r:id="rId10"/>
    <p:sldLayoutId id="2147483745" r:id="rId1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50292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0058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2344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1" name="Rectangle 120">
            <a:extLst>
              <a:ext uri="{FF2B5EF4-FFF2-40B4-BE49-F238E27FC236}">
                <a16:creationId xmlns:a16="http://schemas.microsoft.com/office/drawing/2014/main" id="{BD496F58-731B-4833-93F9-53192FC21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195B3A3C-971D-4F24-9512-C9E4590CAD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38298" y="-5040"/>
            <a:ext cx="10553702" cy="20624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1247C4-4D6C-547F-7533-4D9ECEBEE13F}"/>
              </a:ext>
            </a:extLst>
          </p:cNvPr>
          <p:cNvSpPr>
            <a:spLocks noGrp="1"/>
          </p:cNvSpPr>
          <p:nvPr>
            <p:ph type="ctrTitle"/>
          </p:nvPr>
        </p:nvSpPr>
        <p:spPr>
          <a:xfrm>
            <a:off x="2438400" y="488619"/>
            <a:ext cx="4876800" cy="1075123"/>
          </a:xfrm>
        </p:spPr>
        <p:txBody>
          <a:bodyPr vert="horz" lIns="91440" tIns="45720" rIns="91440" bIns="45720" rtlCol="0" anchor="ctr">
            <a:normAutofit/>
          </a:bodyPr>
          <a:lstStyle/>
          <a:p>
            <a:r>
              <a:rPr lang="en-US" sz="3200" b="1" kern="1200">
                <a:solidFill>
                  <a:schemeClr val="tx1"/>
                </a:solidFill>
                <a:latin typeface="+mj-lt"/>
                <a:ea typeface="+mj-ea"/>
                <a:cs typeface="+mj-cs"/>
              </a:rPr>
              <a:t>Are We Using the Right Fraud Threshold?</a:t>
            </a:r>
          </a:p>
        </p:txBody>
      </p:sp>
      <p:sp>
        <p:nvSpPr>
          <p:cNvPr id="3" name="Subtitle 2">
            <a:extLst>
              <a:ext uri="{FF2B5EF4-FFF2-40B4-BE49-F238E27FC236}">
                <a16:creationId xmlns:a16="http://schemas.microsoft.com/office/drawing/2014/main" id="{F734D5D0-BB63-7137-CBE6-3A4FE461D441}"/>
              </a:ext>
            </a:extLst>
          </p:cNvPr>
          <p:cNvSpPr>
            <a:spLocks noGrp="1"/>
          </p:cNvSpPr>
          <p:nvPr>
            <p:ph type="subTitle" idx="1"/>
          </p:nvPr>
        </p:nvSpPr>
        <p:spPr>
          <a:xfrm>
            <a:off x="1638300" y="2748406"/>
            <a:ext cx="7315200" cy="3446253"/>
          </a:xfrm>
        </p:spPr>
        <p:txBody>
          <a:bodyPr vert="horz" lIns="91440" tIns="45720" rIns="91440" bIns="45720" rtlCol="0">
            <a:normAutofit/>
          </a:bodyPr>
          <a:lstStyle/>
          <a:p>
            <a:r>
              <a:rPr lang="en-US" b="1" dirty="0"/>
              <a:t>Presented by</a:t>
            </a:r>
          </a:p>
          <a:p>
            <a:r>
              <a:rPr lang="en-US" dirty="0"/>
              <a:t>Helen Corbat</a:t>
            </a:r>
            <a:br>
              <a:rPr lang="en-US" dirty="0"/>
            </a:br>
            <a:r>
              <a:rPr lang="en-US" dirty="0"/>
              <a:t>M.S. Data Science — University of Virginia</a:t>
            </a:r>
            <a:br>
              <a:rPr lang="en-US" dirty="0"/>
            </a:br>
            <a:r>
              <a:rPr lang="en-US" dirty="0"/>
              <a:t>B.S. Chemical Engineering — Purdue University</a:t>
            </a:r>
          </a:p>
        </p:txBody>
      </p:sp>
      <p:pic>
        <p:nvPicPr>
          <p:cNvPr id="122" name="Picture 121">
            <a:extLst>
              <a:ext uri="{FF2B5EF4-FFF2-40B4-BE49-F238E27FC236}">
                <a16:creationId xmlns:a16="http://schemas.microsoft.com/office/drawing/2014/main" id="{F509B298-97DF-42DF-ACDA-F2EA557B8776}"/>
              </a:ext>
            </a:extLst>
          </p:cNvPr>
          <p:cNvPicPr>
            <a:picLocks noChangeAspect="1"/>
          </p:cNvPicPr>
          <p:nvPr/>
        </p:nvPicPr>
        <p:blipFill>
          <a:blip r:embed="rId3"/>
          <a:srcRect t="15136" r="3" b="21256"/>
          <a:stretch>
            <a:fillRect/>
          </a:stretch>
        </p:blipFill>
        <p:spPr>
          <a:xfrm>
            <a:off x="8953499" y="-5040"/>
            <a:ext cx="3242305" cy="2062439"/>
          </a:xfrm>
          <a:prstGeom prst="rect">
            <a:avLst/>
          </a:prstGeom>
        </p:spPr>
      </p:pic>
      <p:sp>
        <p:nvSpPr>
          <p:cNvPr id="48" name="TextBox 47">
            <a:extLst>
              <a:ext uri="{FF2B5EF4-FFF2-40B4-BE49-F238E27FC236}">
                <a16:creationId xmlns:a16="http://schemas.microsoft.com/office/drawing/2014/main" id="{7C1D89F3-8643-B2C1-ABE0-5766EC76D39E}"/>
              </a:ext>
            </a:extLst>
          </p:cNvPr>
          <p:cNvSpPr txBox="1"/>
          <p:nvPr/>
        </p:nvSpPr>
        <p:spPr>
          <a:xfrm>
            <a:off x="2108200" y="4764729"/>
            <a:ext cx="6096000" cy="369332"/>
          </a:xfrm>
          <a:prstGeom prst="rect">
            <a:avLst/>
          </a:prstGeom>
          <a:noFill/>
        </p:spPr>
        <p:txBody>
          <a:bodyPr wrap="square">
            <a:spAutoFit/>
          </a:bodyPr>
          <a:lstStyle/>
          <a:p>
            <a:pPr>
              <a:spcAft>
                <a:spcPts val="600"/>
              </a:spcAft>
            </a:pPr>
            <a:r>
              <a:rPr lang="en-US" b="1"/>
              <a:t>A Data-Driven Approach to Threshold Optimization</a:t>
            </a:r>
          </a:p>
        </p:txBody>
      </p:sp>
      <p:sp>
        <p:nvSpPr>
          <p:cNvPr id="50" name="TextBox 49">
            <a:extLst>
              <a:ext uri="{FF2B5EF4-FFF2-40B4-BE49-F238E27FC236}">
                <a16:creationId xmlns:a16="http://schemas.microsoft.com/office/drawing/2014/main" id="{02076AEF-5679-F273-EB45-9C55FEB88A4C}"/>
              </a:ext>
            </a:extLst>
          </p:cNvPr>
          <p:cNvSpPr txBox="1"/>
          <p:nvPr/>
        </p:nvSpPr>
        <p:spPr>
          <a:xfrm>
            <a:off x="2247900" y="5640401"/>
            <a:ext cx="6096000" cy="369332"/>
          </a:xfrm>
          <a:prstGeom prst="rect">
            <a:avLst/>
          </a:prstGeom>
          <a:noFill/>
        </p:spPr>
        <p:txBody>
          <a:bodyPr wrap="square">
            <a:spAutoFit/>
          </a:bodyPr>
          <a:lstStyle/>
          <a:p>
            <a:pPr>
              <a:spcAft>
                <a:spcPts val="600"/>
              </a:spcAft>
            </a:pPr>
            <a:r>
              <a:rPr lang="en-US" b="1" dirty="0"/>
              <a:t>Balancing Risk, Cost, and Model Performance</a:t>
            </a:r>
          </a:p>
        </p:txBody>
      </p:sp>
    </p:spTree>
    <p:extLst>
      <p:ext uri="{BB962C8B-B14F-4D97-AF65-F5344CB8AC3E}">
        <p14:creationId xmlns:p14="http://schemas.microsoft.com/office/powerpoint/2010/main" val="1419366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BD496F58-731B-4833-93F9-53192FC21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95B3A3C-971D-4F24-9512-C9E4590CAD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4" y="-5040"/>
            <a:ext cx="7319004" cy="20624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D6019A-B251-D527-5DB4-2917E4691065}"/>
              </a:ext>
            </a:extLst>
          </p:cNvPr>
          <p:cNvSpPr>
            <a:spLocks noGrp="1"/>
          </p:cNvSpPr>
          <p:nvPr>
            <p:ph type="title"/>
          </p:nvPr>
        </p:nvSpPr>
        <p:spPr>
          <a:xfrm>
            <a:off x="798173" y="403798"/>
            <a:ext cx="5678827" cy="1244765"/>
          </a:xfrm>
        </p:spPr>
        <p:txBody>
          <a:bodyPr>
            <a:normAutofit/>
          </a:bodyPr>
          <a:lstStyle/>
          <a:p>
            <a:pPr>
              <a:lnSpc>
                <a:spcPct val="90000"/>
              </a:lnSpc>
            </a:pPr>
            <a:r>
              <a:rPr lang="en-US" sz="2700"/>
              <a:t>Business Problem: Is Our Current Threshold Cost-Optimal?</a:t>
            </a:r>
          </a:p>
        </p:txBody>
      </p:sp>
      <p:sp>
        <p:nvSpPr>
          <p:cNvPr id="17" name="Content Placeholder 2">
            <a:extLst>
              <a:ext uri="{FF2B5EF4-FFF2-40B4-BE49-F238E27FC236}">
                <a16:creationId xmlns:a16="http://schemas.microsoft.com/office/drawing/2014/main" id="{35AADEF7-2CEA-F596-A6DC-B77F0DEC9BC6}"/>
              </a:ext>
            </a:extLst>
          </p:cNvPr>
          <p:cNvSpPr>
            <a:spLocks noGrp="1"/>
          </p:cNvSpPr>
          <p:nvPr>
            <p:ph idx="1"/>
          </p:nvPr>
        </p:nvSpPr>
        <p:spPr>
          <a:xfrm>
            <a:off x="8115300" y="685800"/>
            <a:ext cx="3274280" cy="5508859"/>
          </a:xfrm>
        </p:spPr>
        <p:txBody>
          <a:bodyPr>
            <a:normAutofit/>
          </a:bodyPr>
          <a:lstStyle/>
          <a:p>
            <a:pPr marL="0" indent="0">
              <a:lnSpc>
                <a:spcPct val="110000"/>
              </a:lnSpc>
              <a:buNone/>
            </a:pPr>
            <a:r>
              <a:rPr lang="en-US" sz="1500" b="1" dirty="0"/>
              <a:t>Current Setup</a:t>
            </a:r>
          </a:p>
          <a:p>
            <a:pPr>
              <a:lnSpc>
                <a:spcPct val="110000"/>
              </a:lnSpc>
            </a:pPr>
            <a:r>
              <a:rPr lang="en-US" sz="1500" dirty="0"/>
              <a:t>Fraud model assigns a </a:t>
            </a:r>
            <a:r>
              <a:rPr lang="en-US" sz="1500" b="1" dirty="0"/>
              <a:t>probability score</a:t>
            </a:r>
            <a:r>
              <a:rPr lang="en-US" sz="1500" dirty="0"/>
              <a:t> to each claim </a:t>
            </a:r>
          </a:p>
          <a:p>
            <a:pPr>
              <a:lnSpc>
                <a:spcPct val="110000"/>
              </a:lnSpc>
            </a:pPr>
            <a:r>
              <a:rPr lang="en-US" sz="1500" dirty="0"/>
              <a:t>Claims are investigated if probability &gt; </a:t>
            </a:r>
            <a:r>
              <a:rPr lang="en-US" sz="1500" b="1" dirty="0"/>
              <a:t>10%</a:t>
            </a:r>
            <a:endParaRPr lang="en-US" sz="1500" dirty="0"/>
          </a:p>
          <a:p>
            <a:pPr marL="0" indent="0">
              <a:lnSpc>
                <a:spcPct val="110000"/>
              </a:lnSpc>
              <a:buNone/>
            </a:pPr>
            <a:r>
              <a:rPr lang="en-US" sz="1500" b="1" dirty="0"/>
              <a:t>Cost Structure</a:t>
            </a:r>
          </a:p>
          <a:p>
            <a:pPr>
              <a:lnSpc>
                <a:spcPct val="110000"/>
              </a:lnSpc>
            </a:pPr>
            <a:r>
              <a:rPr lang="en-US" sz="1500" dirty="0"/>
              <a:t>Investigating a legitimate claim: </a:t>
            </a:r>
            <a:r>
              <a:rPr lang="en-US" sz="1500" b="1" dirty="0"/>
              <a:t>$500</a:t>
            </a:r>
            <a:r>
              <a:rPr lang="en-US" sz="1500" dirty="0"/>
              <a:t> </a:t>
            </a:r>
          </a:p>
          <a:p>
            <a:pPr>
              <a:lnSpc>
                <a:spcPct val="110000"/>
              </a:lnSpc>
            </a:pPr>
            <a:r>
              <a:rPr lang="en-US" sz="1500" dirty="0"/>
              <a:t>Missing a fraudulent claim: </a:t>
            </a:r>
            <a:r>
              <a:rPr lang="en-US" sz="1500" b="1" dirty="0"/>
              <a:t>$4,500</a:t>
            </a:r>
            <a:endParaRPr lang="en-US" sz="1500" dirty="0"/>
          </a:p>
          <a:p>
            <a:pPr marL="0" indent="0">
              <a:lnSpc>
                <a:spcPct val="110000"/>
              </a:lnSpc>
              <a:buNone/>
            </a:pPr>
            <a:r>
              <a:rPr lang="en-US" sz="1500" b="1" dirty="0"/>
              <a:t>Problem</a:t>
            </a:r>
          </a:p>
          <a:p>
            <a:pPr>
              <a:lnSpc>
                <a:spcPct val="110000"/>
              </a:lnSpc>
            </a:pPr>
            <a:r>
              <a:rPr lang="en-US" sz="1500" dirty="0"/>
              <a:t>Total operating costs are </a:t>
            </a:r>
            <a:r>
              <a:rPr lang="en-US" sz="1500" b="1" dirty="0"/>
              <a:t>higher than expected</a:t>
            </a:r>
            <a:r>
              <a:rPr lang="en-US" sz="1500" dirty="0"/>
              <a:t> </a:t>
            </a:r>
          </a:p>
          <a:p>
            <a:pPr>
              <a:lnSpc>
                <a:spcPct val="110000"/>
              </a:lnSpc>
            </a:pPr>
            <a:r>
              <a:rPr lang="en-US" sz="1500" dirty="0"/>
              <a:t>Current threshold may be: </a:t>
            </a:r>
          </a:p>
          <a:p>
            <a:pPr lvl="1">
              <a:lnSpc>
                <a:spcPct val="110000"/>
              </a:lnSpc>
            </a:pPr>
            <a:r>
              <a:rPr lang="en-US" sz="1500" b="1" dirty="0"/>
              <a:t>Too high → missing fraud</a:t>
            </a:r>
            <a:r>
              <a:rPr lang="en-US" sz="1500" dirty="0"/>
              <a:t> </a:t>
            </a:r>
          </a:p>
          <a:p>
            <a:pPr lvl="1">
              <a:lnSpc>
                <a:spcPct val="110000"/>
              </a:lnSpc>
            </a:pPr>
            <a:r>
              <a:rPr lang="en-US" sz="1500" b="1" dirty="0"/>
              <a:t>Not aligned with real data</a:t>
            </a:r>
            <a:endParaRPr lang="en-US" sz="1500" dirty="0"/>
          </a:p>
          <a:p>
            <a:pPr marL="0" indent="0">
              <a:lnSpc>
                <a:spcPct val="110000"/>
              </a:lnSpc>
              <a:buNone/>
            </a:pPr>
            <a:endParaRPr lang="en-US" sz="1500" b="1" dirty="0"/>
          </a:p>
        </p:txBody>
      </p:sp>
      <p:pic>
        <p:nvPicPr>
          <p:cNvPr id="18" name="Picture 17" descr="Office building overlayed with stock market graphs">
            <a:extLst>
              <a:ext uri="{FF2B5EF4-FFF2-40B4-BE49-F238E27FC236}">
                <a16:creationId xmlns:a16="http://schemas.microsoft.com/office/drawing/2014/main" id="{D53609A4-0E01-83EC-53BC-86296F730A48}"/>
              </a:ext>
            </a:extLst>
          </p:cNvPr>
          <p:cNvPicPr>
            <a:picLocks noChangeAspect="1"/>
          </p:cNvPicPr>
          <p:nvPr/>
        </p:nvPicPr>
        <p:blipFill>
          <a:blip r:embed="rId3"/>
          <a:srcRect t="1284" r="-1" b="-1"/>
          <a:stretch>
            <a:fillRect/>
          </a:stretch>
        </p:blipFill>
        <p:spPr>
          <a:xfrm>
            <a:off x="20" y="2057400"/>
            <a:ext cx="7312859" cy="4800600"/>
          </a:xfrm>
          <a:prstGeom prst="rect">
            <a:avLst/>
          </a:prstGeom>
        </p:spPr>
      </p:pic>
      <p:sp>
        <p:nvSpPr>
          <p:cNvPr id="14" name="TextBox 13">
            <a:extLst>
              <a:ext uri="{FF2B5EF4-FFF2-40B4-BE49-F238E27FC236}">
                <a16:creationId xmlns:a16="http://schemas.microsoft.com/office/drawing/2014/main" id="{ECACC8ED-449D-AFB4-4F4A-E25B617F01E2}"/>
              </a:ext>
            </a:extLst>
          </p:cNvPr>
          <p:cNvSpPr txBox="1"/>
          <p:nvPr/>
        </p:nvSpPr>
        <p:spPr>
          <a:xfrm>
            <a:off x="7312879" y="158234"/>
            <a:ext cx="6096000" cy="369332"/>
          </a:xfrm>
          <a:prstGeom prst="rect">
            <a:avLst/>
          </a:prstGeom>
          <a:noFill/>
        </p:spPr>
        <p:txBody>
          <a:bodyPr wrap="square">
            <a:spAutoFit/>
          </a:bodyPr>
          <a:lstStyle/>
          <a:p>
            <a:r>
              <a:rPr lang="en-US" b="1" dirty="0"/>
              <a:t>Is the 10% threshold minimizing total cost?</a:t>
            </a:r>
          </a:p>
        </p:txBody>
      </p:sp>
    </p:spTree>
    <p:extLst>
      <p:ext uri="{BB962C8B-B14F-4D97-AF65-F5344CB8AC3E}">
        <p14:creationId xmlns:p14="http://schemas.microsoft.com/office/powerpoint/2010/main" val="3779567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0FE9CC2-BA24-47CD-AE5E-A6BB2A464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B5E4CD-D48B-4BA2-A183-C7F932AA6E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382830"/>
            <a:ext cx="4038600" cy="4114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57625F-EEAE-01FC-602C-30594EF7CC58}"/>
              </a:ext>
            </a:extLst>
          </p:cNvPr>
          <p:cNvSpPr>
            <a:spLocks noGrp="1"/>
          </p:cNvSpPr>
          <p:nvPr>
            <p:ph type="title"/>
          </p:nvPr>
        </p:nvSpPr>
        <p:spPr>
          <a:xfrm>
            <a:off x="800101" y="2057400"/>
            <a:ext cx="2630854" cy="2647462"/>
          </a:xfrm>
        </p:spPr>
        <p:txBody>
          <a:bodyPr anchor="t">
            <a:normAutofit/>
          </a:bodyPr>
          <a:lstStyle/>
          <a:p>
            <a:pPr>
              <a:lnSpc>
                <a:spcPct val="90000"/>
              </a:lnSpc>
            </a:pPr>
            <a:r>
              <a:rPr lang="en-US" sz="3000"/>
              <a:t>Current Approach: Threshold Based on Cost Ratio</a:t>
            </a:r>
            <a:br>
              <a:rPr lang="en-US" sz="3000"/>
            </a:br>
            <a:endParaRPr lang="en-US" sz="3000"/>
          </a:p>
        </p:txBody>
      </p:sp>
      <p:graphicFrame>
        <p:nvGraphicFramePr>
          <p:cNvPr id="19" name="Content Placeholder 2">
            <a:extLst>
              <a:ext uri="{FF2B5EF4-FFF2-40B4-BE49-F238E27FC236}">
                <a16:creationId xmlns:a16="http://schemas.microsoft.com/office/drawing/2014/main" id="{C4261F23-382E-A1CC-0ED9-1BD7D39ADF1C}"/>
              </a:ext>
            </a:extLst>
          </p:cNvPr>
          <p:cNvGraphicFramePr>
            <a:graphicFrameLocks noGrp="1"/>
          </p:cNvGraphicFramePr>
          <p:nvPr>
            <p:ph idx="1"/>
            <p:extLst>
              <p:ext uri="{D42A27DB-BD31-4B8C-83A1-F6EECF244321}">
                <p14:modId xmlns:p14="http://schemas.microsoft.com/office/powerpoint/2010/main" val="2390515024"/>
              </p:ext>
            </p:extLst>
          </p:nvPr>
        </p:nvGraphicFramePr>
        <p:xfrm>
          <a:off x="5068562" y="817510"/>
          <a:ext cx="6160315" cy="50080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67700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0FE9CC2-BA24-47CD-AE5E-A6BB2A464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3B5E4CD-D48B-4BA2-A183-C7F932AA6E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382830"/>
            <a:ext cx="4038600" cy="4114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56507C-A4C2-B353-840B-E93E9F782DC4}"/>
              </a:ext>
            </a:extLst>
          </p:cNvPr>
          <p:cNvSpPr>
            <a:spLocks noGrp="1"/>
          </p:cNvSpPr>
          <p:nvPr>
            <p:ph type="title"/>
          </p:nvPr>
        </p:nvSpPr>
        <p:spPr>
          <a:xfrm>
            <a:off x="800101" y="2057400"/>
            <a:ext cx="2630854" cy="2647462"/>
          </a:xfrm>
        </p:spPr>
        <p:txBody>
          <a:bodyPr anchor="t">
            <a:normAutofit/>
          </a:bodyPr>
          <a:lstStyle/>
          <a:p>
            <a:r>
              <a:rPr lang="en-US" sz="3000"/>
              <a:t>Observed Issue: Higher-Than-Expected Costs</a:t>
            </a:r>
          </a:p>
        </p:txBody>
      </p:sp>
      <p:graphicFrame>
        <p:nvGraphicFramePr>
          <p:cNvPr id="23" name="Content Placeholder 2">
            <a:extLst>
              <a:ext uri="{FF2B5EF4-FFF2-40B4-BE49-F238E27FC236}">
                <a16:creationId xmlns:a16="http://schemas.microsoft.com/office/drawing/2014/main" id="{8F353F91-F5FF-1BA9-DB3C-EF7C3969D911}"/>
              </a:ext>
            </a:extLst>
          </p:cNvPr>
          <p:cNvGraphicFramePr>
            <a:graphicFrameLocks noGrp="1"/>
          </p:cNvGraphicFramePr>
          <p:nvPr>
            <p:ph idx="1"/>
            <p:extLst>
              <p:ext uri="{D42A27DB-BD31-4B8C-83A1-F6EECF244321}">
                <p14:modId xmlns:p14="http://schemas.microsoft.com/office/powerpoint/2010/main" val="2066424263"/>
              </p:ext>
            </p:extLst>
          </p:nvPr>
        </p:nvGraphicFramePr>
        <p:xfrm>
          <a:off x="5068562" y="817510"/>
          <a:ext cx="6160315" cy="50080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D5C3EE34-8FCC-62EC-C7F7-572193A25633}"/>
              </a:ext>
            </a:extLst>
          </p:cNvPr>
          <p:cNvSpPr txBox="1"/>
          <p:nvPr/>
        </p:nvSpPr>
        <p:spPr>
          <a:xfrm>
            <a:off x="2722880" y="6172200"/>
            <a:ext cx="6096000" cy="369332"/>
          </a:xfrm>
          <a:prstGeom prst="rect">
            <a:avLst/>
          </a:prstGeom>
          <a:noFill/>
        </p:spPr>
        <p:txBody>
          <a:bodyPr wrap="square">
            <a:spAutoFit/>
          </a:bodyPr>
          <a:lstStyle/>
          <a:p>
            <a:r>
              <a:rPr lang="en-US" b="1" dirty="0"/>
              <a:t>Is the issue with the threshold, the model, or both?</a:t>
            </a:r>
          </a:p>
        </p:txBody>
      </p:sp>
    </p:spTree>
    <p:extLst>
      <p:ext uri="{BB962C8B-B14F-4D97-AF65-F5344CB8AC3E}">
        <p14:creationId xmlns:p14="http://schemas.microsoft.com/office/powerpoint/2010/main" val="719983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BD496F58-731B-4833-93F9-53192FC21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195B3A3C-971D-4F24-9512-C9E4590CAD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38298" y="-5040"/>
            <a:ext cx="10553702" cy="20624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3CFAAB-A3D9-2C20-177A-4473958F193B}"/>
              </a:ext>
            </a:extLst>
          </p:cNvPr>
          <p:cNvSpPr>
            <a:spLocks noGrp="1"/>
          </p:cNvSpPr>
          <p:nvPr>
            <p:ph type="title"/>
          </p:nvPr>
        </p:nvSpPr>
        <p:spPr>
          <a:xfrm>
            <a:off x="2438400" y="488619"/>
            <a:ext cx="4876800" cy="1075123"/>
          </a:xfrm>
        </p:spPr>
        <p:txBody>
          <a:bodyPr>
            <a:normAutofit/>
          </a:bodyPr>
          <a:lstStyle/>
          <a:p>
            <a:pPr>
              <a:lnSpc>
                <a:spcPct val="90000"/>
              </a:lnSpc>
            </a:pPr>
            <a:r>
              <a:rPr lang="en-US" sz="2700" dirty="0"/>
              <a:t>Analytical Goal: Identify the Cost-Optimal Threshold</a:t>
            </a:r>
          </a:p>
        </p:txBody>
      </p:sp>
      <p:sp>
        <p:nvSpPr>
          <p:cNvPr id="29" name="Content Placeholder 2">
            <a:extLst>
              <a:ext uri="{FF2B5EF4-FFF2-40B4-BE49-F238E27FC236}">
                <a16:creationId xmlns:a16="http://schemas.microsoft.com/office/drawing/2014/main" id="{591A2955-9D93-6BD6-0EFF-3365CCFC9E49}"/>
              </a:ext>
            </a:extLst>
          </p:cNvPr>
          <p:cNvSpPr>
            <a:spLocks noGrp="1"/>
          </p:cNvSpPr>
          <p:nvPr>
            <p:ph idx="1"/>
          </p:nvPr>
        </p:nvSpPr>
        <p:spPr>
          <a:xfrm>
            <a:off x="1638300" y="2748406"/>
            <a:ext cx="7315200" cy="3446253"/>
          </a:xfrm>
        </p:spPr>
        <p:txBody>
          <a:bodyPr>
            <a:normAutofit/>
          </a:bodyPr>
          <a:lstStyle/>
          <a:p>
            <a:pPr marL="0" indent="0">
              <a:buNone/>
            </a:pPr>
            <a:r>
              <a:rPr lang="en-US" b="1" dirty="0"/>
              <a:t>Approach</a:t>
            </a:r>
          </a:p>
          <a:p>
            <a:r>
              <a:rPr lang="en-US" dirty="0"/>
              <a:t>Evaluate decisions across </a:t>
            </a:r>
            <a:r>
              <a:rPr lang="en-US" b="1" dirty="0"/>
              <a:t>2,000 claims</a:t>
            </a:r>
            <a:r>
              <a:rPr lang="en-US" dirty="0"/>
              <a:t> </a:t>
            </a:r>
          </a:p>
          <a:p>
            <a:r>
              <a:rPr lang="en-US" dirty="0"/>
              <a:t>Simulate outcomes under different thresholds </a:t>
            </a:r>
          </a:p>
          <a:p>
            <a:r>
              <a:rPr lang="en-US" dirty="0"/>
              <a:t>Compute total cost for each threshold</a:t>
            </a:r>
          </a:p>
        </p:txBody>
      </p:sp>
      <p:pic>
        <p:nvPicPr>
          <p:cNvPr id="30" name="Picture 29" descr="Calculator, pen, compass, money and a paper with graphs printed on it">
            <a:extLst>
              <a:ext uri="{FF2B5EF4-FFF2-40B4-BE49-F238E27FC236}">
                <a16:creationId xmlns:a16="http://schemas.microsoft.com/office/drawing/2014/main" id="{112E5F8D-73A3-FE35-3D95-C1003C476F38}"/>
              </a:ext>
            </a:extLst>
          </p:cNvPr>
          <p:cNvPicPr>
            <a:picLocks noChangeAspect="1"/>
          </p:cNvPicPr>
          <p:nvPr/>
        </p:nvPicPr>
        <p:blipFill>
          <a:blip r:embed="rId3"/>
          <a:srcRect l="4497" r="788" b="2"/>
          <a:stretch>
            <a:fillRect/>
          </a:stretch>
        </p:blipFill>
        <p:spPr>
          <a:xfrm>
            <a:off x="8953499" y="-5040"/>
            <a:ext cx="3242305" cy="2062439"/>
          </a:xfrm>
          <a:prstGeom prst="rect">
            <a:avLst/>
          </a:prstGeom>
        </p:spPr>
      </p:pic>
      <p:sp>
        <p:nvSpPr>
          <p:cNvPr id="19" name="TextBox 18">
            <a:extLst>
              <a:ext uri="{FF2B5EF4-FFF2-40B4-BE49-F238E27FC236}">
                <a16:creationId xmlns:a16="http://schemas.microsoft.com/office/drawing/2014/main" id="{766034DA-ADE2-98CA-2DB8-69809E5C9534}"/>
              </a:ext>
            </a:extLst>
          </p:cNvPr>
          <p:cNvSpPr txBox="1"/>
          <p:nvPr/>
        </p:nvSpPr>
        <p:spPr>
          <a:xfrm>
            <a:off x="776601" y="1809497"/>
            <a:ext cx="7611534" cy="369332"/>
          </a:xfrm>
          <a:prstGeom prst="rect">
            <a:avLst/>
          </a:prstGeom>
          <a:noFill/>
        </p:spPr>
        <p:txBody>
          <a:bodyPr wrap="square">
            <a:spAutoFit/>
          </a:bodyPr>
          <a:lstStyle/>
          <a:p>
            <a:pPr marL="0" indent="0">
              <a:buNone/>
            </a:pPr>
            <a:r>
              <a:rPr lang="en-US" b="1" dirty="0"/>
              <a:t>Find the threshold that minimizes total cost using real claim outcomes</a:t>
            </a:r>
          </a:p>
        </p:txBody>
      </p:sp>
    </p:spTree>
    <p:extLst>
      <p:ext uri="{BB962C8B-B14F-4D97-AF65-F5344CB8AC3E}">
        <p14:creationId xmlns:p14="http://schemas.microsoft.com/office/powerpoint/2010/main" val="3216175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023569C8-0F3D-4050-94E9-266BC2A83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95D3A5B-8711-48A3-ABD6-39982B1748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76900" cy="4800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C6CB4E-E2F7-AD83-5AC2-9501933B3C8B}"/>
              </a:ext>
            </a:extLst>
          </p:cNvPr>
          <p:cNvSpPr>
            <a:spLocks noGrp="1"/>
          </p:cNvSpPr>
          <p:nvPr>
            <p:ph type="title"/>
          </p:nvPr>
        </p:nvSpPr>
        <p:spPr>
          <a:xfrm>
            <a:off x="785778" y="634748"/>
            <a:ext cx="4091023" cy="2610921"/>
          </a:xfrm>
        </p:spPr>
        <p:txBody>
          <a:bodyPr vert="horz" lIns="91440" tIns="45720" rIns="91440" bIns="45720" rtlCol="0" anchor="b">
            <a:normAutofit/>
          </a:bodyPr>
          <a:lstStyle/>
          <a:p>
            <a:r>
              <a:rPr lang="en-US"/>
              <a:t>Total Cost vs Threshold: Identifying the Optimal Decision Rule</a:t>
            </a:r>
            <a:endParaRPr lang="en-US" dirty="0"/>
          </a:p>
        </p:txBody>
      </p:sp>
      <p:sp>
        <p:nvSpPr>
          <p:cNvPr id="11" name="TextBox 10">
            <a:extLst>
              <a:ext uri="{FF2B5EF4-FFF2-40B4-BE49-F238E27FC236}">
                <a16:creationId xmlns:a16="http://schemas.microsoft.com/office/drawing/2014/main" id="{4C785E95-34A4-19C7-35B4-3D3AA88CC3B1}"/>
              </a:ext>
            </a:extLst>
          </p:cNvPr>
          <p:cNvSpPr txBox="1"/>
          <p:nvPr/>
        </p:nvSpPr>
        <p:spPr>
          <a:xfrm>
            <a:off x="372533" y="5351903"/>
            <a:ext cx="6096000" cy="1200329"/>
          </a:xfrm>
          <a:prstGeom prst="rect">
            <a:avLst/>
          </a:prstGeom>
          <a:noFill/>
        </p:spPr>
        <p:txBody>
          <a:bodyPr wrap="square">
            <a:spAutoFit/>
          </a:bodyPr>
          <a:lstStyle/>
          <a:p>
            <a:pPr>
              <a:buNone/>
            </a:pPr>
            <a:r>
              <a:rPr lang="en-US" b="1" dirty="0"/>
              <a:t>Key Insights</a:t>
            </a:r>
          </a:p>
          <a:p>
            <a:pPr>
              <a:buFont typeface="Arial" panose="020B0604020202020204" pitchFamily="34" charset="0"/>
              <a:buChar char="•"/>
            </a:pPr>
            <a:r>
              <a:rPr lang="en-US" dirty="0"/>
              <a:t>Total cost varies significantly with threshold choice </a:t>
            </a:r>
          </a:p>
          <a:p>
            <a:pPr>
              <a:buFont typeface="Arial" panose="020B0604020202020204" pitchFamily="34" charset="0"/>
              <a:buChar char="•"/>
            </a:pPr>
            <a:r>
              <a:rPr lang="en-US" b="1" dirty="0"/>
              <a:t>Minimum cost occurs at ~5% threshold</a:t>
            </a:r>
            <a:r>
              <a:rPr lang="en-US" dirty="0"/>
              <a:t> </a:t>
            </a:r>
          </a:p>
          <a:p>
            <a:pPr>
              <a:buFont typeface="Arial" panose="020B0604020202020204" pitchFamily="34" charset="0"/>
              <a:buChar char="•"/>
            </a:pPr>
            <a:r>
              <a:rPr lang="en-US" dirty="0"/>
              <a:t>Current threshold (10%) is </a:t>
            </a:r>
            <a:r>
              <a:rPr lang="en-US" b="1" dirty="0"/>
              <a:t>not cost-optimal</a:t>
            </a:r>
            <a:endParaRPr lang="en-US" dirty="0"/>
          </a:p>
        </p:txBody>
      </p:sp>
      <p:pic>
        <p:nvPicPr>
          <p:cNvPr id="22" name="Picture 21">
            <a:extLst>
              <a:ext uri="{FF2B5EF4-FFF2-40B4-BE49-F238E27FC236}">
                <a16:creationId xmlns:a16="http://schemas.microsoft.com/office/drawing/2014/main" id="{67B34353-CBA5-110F-0209-EB3AF5565CC3}"/>
              </a:ext>
            </a:extLst>
          </p:cNvPr>
          <p:cNvPicPr>
            <a:picLocks noChangeAspect="1"/>
          </p:cNvPicPr>
          <p:nvPr/>
        </p:nvPicPr>
        <p:blipFill>
          <a:blip r:embed="rId3"/>
          <a:stretch>
            <a:fillRect/>
          </a:stretch>
        </p:blipFill>
        <p:spPr>
          <a:xfrm>
            <a:off x="5787437" y="228600"/>
            <a:ext cx="5813484" cy="3587750"/>
          </a:xfrm>
          <a:prstGeom prst="rect">
            <a:avLst/>
          </a:prstGeom>
        </p:spPr>
      </p:pic>
    </p:spTree>
    <p:extLst>
      <p:ext uri="{BB962C8B-B14F-4D97-AF65-F5344CB8AC3E}">
        <p14:creationId xmlns:p14="http://schemas.microsoft.com/office/powerpoint/2010/main" val="14527169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5B4416B-38BB-4877-A487-E9DD15F7B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7C3AB18-3A6A-4986-BACC-5F6761D84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76701" cy="2052084"/>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60C6F9-0656-BDC6-583D-F88690E798D1}"/>
              </a:ext>
            </a:extLst>
          </p:cNvPr>
          <p:cNvSpPr>
            <a:spLocks noGrp="1"/>
          </p:cNvSpPr>
          <p:nvPr>
            <p:ph type="title"/>
          </p:nvPr>
        </p:nvSpPr>
        <p:spPr>
          <a:xfrm>
            <a:off x="800102" y="360901"/>
            <a:ext cx="2869298" cy="1349565"/>
          </a:xfrm>
        </p:spPr>
        <p:txBody>
          <a:bodyPr anchor="ctr">
            <a:normAutofit/>
          </a:bodyPr>
          <a:lstStyle/>
          <a:p>
            <a:pPr>
              <a:lnSpc>
                <a:spcPct val="90000"/>
              </a:lnSpc>
            </a:pPr>
            <a:r>
              <a:rPr lang="en-US" sz="2200"/>
              <a:t>Business Impact: Cost Savings from Threshold Optimization</a:t>
            </a:r>
          </a:p>
        </p:txBody>
      </p:sp>
      <p:graphicFrame>
        <p:nvGraphicFramePr>
          <p:cNvPr id="13" name="Content Placeholder 2">
            <a:extLst>
              <a:ext uri="{FF2B5EF4-FFF2-40B4-BE49-F238E27FC236}">
                <a16:creationId xmlns:a16="http://schemas.microsoft.com/office/drawing/2014/main" id="{8B807FDF-E2B4-7DB9-565A-E4395CA29FE1}"/>
              </a:ext>
            </a:extLst>
          </p:cNvPr>
          <p:cNvGraphicFramePr>
            <a:graphicFrameLocks noGrp="1"/>
          </p:cNvGraphicFramePr>
          <p:nvPr>
            <p:ph idx="1"/>
            <p:extLst>
              <p:ext uri="{D42A27DB-BD31-4B8C-83A1-F6EECF244321}">
                <p14:modId xmlns:p14="http://schemas.microsoft.com/office/powerpoint/2010/main" val="3567223839"/>
              </p:ext>
            </p:extLst>
          </p:nvPr>
        </p:nvGraphicFramePr>
        <p:xfrm>
          <a:off x="5303519" y="723900"/>
          <a:ext cx="5893117" cy="54482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A53F1627-3CDE-9AA5-35E0-FC0574703610}"/>
              </a:ext>
            </a:extLst>
          </p:cNvPr>
          <p:cNvSpPr txBox="1"/>
          <p:nvPr/>
        </p:nvSpPr>
        <p:spPr>
          <a:xfrm>
            <a:off x="516467" y="3429000"/>
            <a:ext cx="6096000" cy="1200329"/>
          </a:xfrm>
          <a:prstGeom prst="rect">
            <a:avLst/>
          </a:prstGeom>
          <a:noFill/>
        </p:spPr>
        <p:txBody>
          <a:bodyPr wrap="square">
            <a:spAutoFit/>
          </a:bodyPr>
          <a:lstStyle/>
          <a:p>
            <a:pPr>
              <a:buNone/>
            </a:pPr>
            <a:r>
              <a:rPr lang="en-US" b="1" dirty="0"/>
              <a:t>What This Means</a:t>
            </a:r>
          </a:p>
          <a:p>
            <a:pPr>
              <a:buFont typeface="Arial" panose="020B0604020202020204" pitchFamily="34" charset="0"/>
              <a:buChar char="•"/>
            </a:pPr>
            <a:r>
              <a:rPr lang="en-US" dirty="0"/>
              <a:t>Current threshold is </a:t>
            </a:r>
            <a:r>
              <a:rPr lang="en-US" b="1" dirty="0"/>
              <a:t>too conservative</a:t>
            </a:r>
            <a:r>
              <a:rPr lang="en-US" dirty="0"/>
              <a:t> </a:t>
            </a:r>
          </a:p>
          <a:p>
            <a:pPr>
              <a:buFont typeface="Arial" panose="020B0604020202020204" pitchFamily="34" charset="0"/>
              <a:buChar char="•"/>
            </a:pPr>
            <a:r>
              <a:rPr lang="en-US" dirty="0"/>
              <a:t>Too few claims are being investigated </a:t>
            </a:r>
          </a:p>
          <a:p>
            <a:pPr>
              <a:buFont typeface="Arial" panose="020B0604020202020204" pitchFamily="34" charset="0"/>
              <a:buChar char="•"/>
            </a:pPr>
            <a:r>
              <a:rPr lang="en-US" dirty="0"/>
              <a:t>High-cost fraud cases are being missed</a:t>
            </a:r>
          </a:p>
        </p:txBody>
      </p:sp>
      <p:sp>
        <p:nvSpPr>
          <p:cNvPr id="8" name="TextBox 7">
            <a:extLst>
              <a:ext uri="{FF2B5EF4-FFF2-40B4-BE49-F238E27FC236}">
                <a16:creationId xmlns:a16="http://schemas.microsoft.com/office/drawing/2014/main" id="{7C537034-E53D-3FB6-B58B-31D7D8717391}"/>
              </a:ext>
            </a:extLst>
          </p:cNvPr>
          <p:cNvSpPr txBox="1"/>
          <p:nvPr/>
        </p:nvSpPr>
        <p:spPr>
          <a:xfrm>
            <a:off x="4360783" y="177284"/>
            <a:ext cx="8034867" cy="369332"/>
          </a:xfrm>
          <a:prstGeom prst="rect">
            <a:avLst/>
          </a:prstGeom>
          <a:noFill/>
        </p:spPr>
        <p:txBody>
          <a:bodyPr wrap="square">
            <a:spAutoFit/>
          </a:bodyPr>
          <a:lstStyle/>
          <a:p>
            <a:r>
              <a:rPr lang="en-US" b="1" dirty="0"/>
              <a:t>A lower threshold allows earlier detection of fraud, reducing total losses</a:t>
            </a:r>
          </a:p>
        </p:txBody>
      </p:sp>
    </p:spTree>
    <p:extLst>
      <p:ext uri="{BB962C8B-B14F-4D97-AF65-F5344CB8AC3E}">
        <p14:creationId xmlns:p14="http://schemas.microsoft.com/office/powerpoint/2010/main" val="1264532220"/>
      </p:ext>
    </p:extLst>
  </p:cSld>
  <p:clrMapOvr>
    <a:masterClrMapping/>
  </p:clrMapOvr>
</p:sld>
</file>

<file path=ppt/theme/theme1.xml><?xml version="1.0" encoding="utf-8"?>
<a:theme xmlns:a="http://schemas.openxmlformats.org/drawingml/2006/main" name="EncaseVTI">
  <a:themeElements>
    <a:clrScheme name="Encase">
      <a:dk1>
        <a:sysClr val="windowText" lastClr="000000"/>
      </a:dk1>
      <a:lt1>
        <a:sysClr val="window" lastClr="FFFFFF"/>
      </a:lt1>
      <a:dk2>
        <a:srgbClr val="1E2121"/>
      </a:dk2>
      <a:lt2>
        <a:srgbClr val="EFECEB"/>
      </a:lt2>
      <a:accent1>
        <a:srgbClr val="717059"/>
      </a:accent1>
      <a:accent2>
        <a:srgbClr val="B9A17E"/>
      </a:accent2>
      <a:accent3>
        <a:srgbClr val="766752"/>
      </a:accent3>
      <a:accent4>
        <a:srgbClr val="A28578"/>
      </a:accent4>
      <a:accent5>
        <a:srgbClr val="6E736D"/>
      </a:accent5>
      <a:accent6>
        <a:srgbClr val="BE8366"/>
      </a:accent6>
      <a:hlink>
        <a:srgbClr val="B5714F"/>
      </a:hlink>
      <a:folHlink>
        <a:srgbClr val="7B6B4C"/>
      </a:folHlink>
    </a:clrScheme>
    <a:fontScheme name="Avenir">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ncaseVTI" id="{C293990F-FDB3-4ED3-8175-FB79CE5A2A12}" vid="{A5662C19-271F-459F-B4ED-861A9823764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TotalTime>
  <Words>733</Words>
  <Application>Microsoft Office PowerPoint</Application>
  <PresentationFormat>Widescreen</PresentationFormat>
  <Paragraphs>74</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Arial</vt:lpstr>
      <vt:lpstr>Avenir Next LT Pro</vt:lpstr>
      <vt:lpstr>Avenir Next LT Pro Light</vt:lpstr>
      <vt:lpstr>EncaseVTI</vt:lpstr>
      <vt:lpstr>Are We Using the Right Fraud Threshold?</vt:lpstr>
      <vt:lpstr>Business Problem: Is Our Current Threshold Cost-Optimal?</vt:lpstr>
      <vt:lpstr>Current Approach: Threshold Based on Cost Ratio </vt:lpstr>
      <vt:lpstr>Observed Issue: Higher-Than-Expected Costs</vt:lpstr>
      <vt:lpstr>Analytical Goal: Identify the Cost-Optimal Threshold</vt:lpstr>
      <vt:lpstr>Total Cost vs Threshold: Identifying the Optimal Decision Rule</vt:lpstr>
      <vt:lpstr>Business Impact: Cost Savings from Threshold Optimization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Helen Corbat</dc:creator>
  <cp:lastModifiedBy>Helen Corbat</cp:lastModifiedBy>
  <cp:revision>1</cp:revision>
  <dcterms:created xsi:type="dcterms:W3CDTF">2026-04-29T21:42:02Z</dcterms:created>
  <dcterms:modified xsi:type="dcterms:W3CDTF">2026-04-30T16:19:50Z</dcterms:modified>
</cp:coreProperties>
</file>