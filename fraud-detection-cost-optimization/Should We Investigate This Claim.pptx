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41800-6E8A-49F3-BF5D-0BB7AAD3E475}" v="46" dt="2026-04-24T13:26:42.28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 Corbat" userId="bff20198d9db4ecb" providerId="LiveId" clId="{A864CEF2-92EE-415E-9881-B52EB48A335D}"/>
    <pc:docChg chg="undo custSel addSld modSld">
      <pc:chgData name="Helen Corbat" userId="bff20198d9db4ecb" providerId="LiveId" clId="{A864CEF2-92EE-415E-9881-B52EB48A335D}" dt="2026-04-24T13:26:21.699" v="245" actId="26606"/>
      <pc:docMkLst>
        <pc:docMk/>
      </pc:docMkLst>
      <pc:sldChg chg="addSp delSp modSp mod delDesignElem modNotesTx">
        <pc:chgData name="Helen Corbat" userId="bff20198d9db4ecb" providerId="LiveId" clId="{A864CEF2-92EE-415E-9881-B52EB48A335D}" dt="2026-04-22T11:16:53.211" v="103" actId="1076"/>
        <pc:sldMkLst>
          <pc:docMk/>
          <pc:sldMk cId="1796160566" sldId="256"/>
        </pc:sldMkLst>
        <pc:spChg chg="mod">
          <ac:chgData name="Helen Corbat" userId="bff20198d9db4ecb" providerId="LiveId" clId="{A864CEF2-92EE-415E-9881-B52EB48A335D}" dt="2026-04-22T11:16:53.211" v="103" actId="1076"/>
          <ac:spMkLst>
            <pc:docMk/>
            <pc:sldMk cId="1796160566" sldId="256"/>
            <ac:spMk id="3" creationId="{42B2D189-C50C-D8ED-91F3-1F14ADB2B8F4}"/>
          </ac:spMkLst>
        </pc:spChg>
        <pc:spChg chg="add mod">
          <ac:chgData name="Helen Corbat" userId="bff20198d9db4ecb" providerId="LiveId" clId="{A864CEF2-92EE-415E-9881-B52EB48A335D}" dt="2026-04-22T11:08:26.657" v="3" actId="122"/>
          <ac:spMkLst>
            <pc:docMk/>
            <pc:sldMk cId="1796160566" sldId="256"/>
            <ac:spMk id="7" creationId="{FBBFFB58-4C0C-B100-9F3B-5ACB780E641D}"/>
          </ac:spMkLst>
        </pc:spChg>
      </pc:sldChg>
      <pc:sldChg chg="addSp delSp modSp new mod setBg setClrOvrMap delDesignElem modNotesTx">
        <pc:chgData name="Helen Corbat" userId="bff20198d9db4ecb" providerId="LiveId" clId="{A864CEF2-92EE-415E-9881-B52EB48A335D}" dt="2026-04-22T11:14:45.780" v="82"/>
        <pc:sldMkLst>
          <pc:docMk/>
          <pc:sldMk cId="2792454843" sldId="257"/>
        </pc:sldMkLst>
        <pc:spChg chg="mod">
          <ac:chgData name="Helen Corbat" userId="bff20198d9db4ecb" providerId="LiveId" clId="{A864CEF2-92EE-415E-9881-B52EB48A335D}" dt="2026-04-22T11:11:55.016" v="46" actId="26606"/>
          <ac:spMkLst>
            <pc:docMk/>
            <pc:sldMk cId="2792454843" sldId="257"/>
            <ac:spMk id="2" creationId="{DFADF3B9-5B97-755D-CB98-BDF46A889D93}"/>
          </ac:spMkLst>
        </pc:spChg>
        <pc:spChg chg="add mod">
          <ac:chgData name="Helen Corbat" userId="bff20198d9db4ecb" providerId="LiveId" clId="{A864CEF2-92EE-415E-9881-B52EB48A335D}" dt="2026-04-22T11:12:59.307" v="60" actId="1076"/>
          <ac:spMkLst>
            <pc:docMk/>
            <pc:sldMk cId="2792454843" sldId="257"/>
            <ac:spMk id="6" creationId="{F592F95F-9D3F-1F13-C2A4-ABA26921C5B3}"/>
          </ac:spMkLst>
        </pc:spChg>
        <pc:graphicFrameChg chg="add">
          <ac:chgData name="Helen Corbat" userId="bff20198d9db4ecb" providerId="LiveId" clId="{A864CEF2-92EE-415E-9881-B52EB48A335D}" dt="2026-04-22T11:11:55.016" v="46" actId="26606"/>
          <ac:graphicFrameMkLst>
            <pc:docMk/>
            <pc:sldMk cId="2792454843" sldId="257"/>
            <ac:graphicFrameMk id="80" creationId="{507B2EC3-E4C1-D5DC-16E1-A6AA5C571501}"/>
          </ac:graphicFrameMkLst>
        </pc:graphicFrameChg>
      </pc:sldChg>
      <pc:sldChg chg="addSp delSp modSp new mod setBg delDesignElem modNotesTx">
        <pc:chgData name="Helen Corbat" userId="bff20198d9db4ecb" providerId="LiveId" clId="{A864CEF2-92EE-415E-9881-B52EB48A335D}" dt="2026-04-22T11:15:59.414" v="100" actId="113"/>
        <pc:sldMkLst>
          <pc:docMk/>
          <pc:sldMk cId="1157184837" sldId="258"/>
        </pc:sldMkLst>
        <pc:spChg chg="mod">
          <ac:chgData name="Helen Corbat" userId="bff20198d9db4ecb" providerId="LiveId" clId="{A864CEF2-92EE-415E-9881-B52EB48A335D}" dt="2026-04-22T11:15:44.351" v="99" actId="26606"/>
          <ac:spMkLst>
            <pc:docMk/>
            <pc:sldMk cId="1157184837" sldId="258"/>
            <ac:spMk id="2" creationId="{3997F561-E5DA-F644-3AE0-8F7C503B1008}"/>
          </ac:spMkLst>
        </pc:spChg>
        <pc:spChg chg="add mod">
          <ac:chgData name="Helen Corbat" userId="bff20198d9db4ecb" providerId="LiveId" clId="{A864CEF2-92EE-415E-9881-B52EB48A335D}" dt="2026-04-22T11:15:44.351" v="99" actId="26606"/>
          <ac:spMkLst>
            <pc:docMk/>
            <pc:sldMk cId="1157184837" sldId="258"/>
            <ac:spMk id="57" creationId="{B94E4D04-D72B-6ECD-70E9-2B4970466871}"/>
          </ac:spMkLst>
        </pc:spChg>
        <pc:spChg chg="add">
          <ac:chgData name="Helen Corbat" userId="bff20198d9db4ecb" providerId="LiveId" clId="{A864CEF2-92EE-415E-9881-B52EB48A335D}" dt="2026-04-22T11:15:44.351" v="99" actId="26606"/>
          <ac:spMkLst>
            <pc:docMk/>
            <pc:sldMk cId="1157184837" sldId="258"/>
            <ac:spMk id="73" creationId="{A8384FB5-9ADC-4DDC-881B-597D56F5B15D}"/>
          </ac:spMkLst>
        </pc:spChg>
        <pc:spChg chg="add">
          <ac:chgData name="Helen Corbat" userId="bff20198d9db4ecb" providerId="LiveId" clId="{A864CEF2-92EE-415E-9881-B52EB48A335D}" dt="2026-04-22T11:15:44.351" v="99" actId="26606"/>
          <ac:spMkLst>
            <pc:docMk/>
            <pc:sldMk cId="1157184837" sldId="258"/>
            <ac:spMk id="74" creationId="{1199E1B1-A8C0-4FE8-A5A8-1CB41D69F857}"/>
          </ac:spMkLst>
        </pc:spChg>
        <pc:spChg chg="add">
          <ac:chgData name="Helen Corbat" userId="bff20198d9db4ecb" providerId="LiveId" clId="{A864CEF2-92EE-415E-9881-B52EB48A335D}" dt="2026-04-22T11:15:44.351" v="99" actId="26606"/>
          <ac:spMkLst>
            <pc:docMk/>
            <pc:sldMk cId="1157184837" sldId="258"/>
            <ac:spMk id="75" creationId="{84A8DE83-DE75-4B41-9DB4-A7EC0B0DEC0B}"/>
          </ac:spMkLst>
        </pc:spChg>
        <pc:spChg chg="add">
          <ac:chgData name="Helen Corbat" userId="bff20198d9db4ecb" providerId="LiveId" clId="{A864CEF2-92EE-415E-9881-B52EB48A335D}" dt="2026-04-22T11:15:44.351" v="99" actId="26606"/>
          <ac:spMkLst>
            <pc:docMk/>
            <pc:sldMk cId="1157184837" sldId="258"/>
            <ac:spMk id="76" creationId="{A7009A0A-BEF5-4EAC-AF15-E4F9F002E239}"/>
          </ac:spMkLst>
        </pc:spChg>
        <pc:graphicFrameChg chg="add mod ord modGraphic">
          <ac:chgData name="Helen Corbat" userId="bff20198d9db4ecb" providerId="LiveId" clId="{A864CEF2-92EE-415E-9881-B52EB48A335D}" dt="2026-04-22T11:15:44.335" v="98" actId="26606"/>
          <ac:graphicFrameMkLst>
            <pc:docMk/>
            <pc:sldMk cId="1157184837" sldId="258"/>
            <ac:graphicFrameMk id="5" creationId="{46AC0553-DC4F-CE28-6FA3-4FC007995A42}"/>
          </ac:graphicFrameMkLst>
        </pc:graphicFrameChg>
      </pc:sldChg>
      <pc:sldChg chg="addSp modSp new mod setBg">
        <pc:chgData name="Helen Corbat" userId="bff20198d9db4ecb" providerId="LiveId" clId="{A864CEF2-92EE-415E-9881-B52EB48A335D}" dt="2026-04-22T11:26:50.101" v="185" actId="20577"/>
        <pc:sldMkLst>
          <pc:docMk/>
          <pc:sldMk cId="3575903929" sldId="259"/>
        </pc:sldMkLst>
        <pc:spChg chg="mod">
          <ac:chgData name="Helen Corbat" userId="bff20198d9db4ecb" providerId="LiveId" clId="{A864CEF2-92EE-415E-9881-B52EB48A335D}" dt="2026-04-22T11:26:50.101" v="185" actId="20577"/>
          <ac:spMkLst>
            <pc:docMk/>
            <pc:sldMk cId="3575903929" sldId="259"/>
            <ac:spMk id="2" creationId="{B7D35136-3E99-4D37-BED9-EA314B7D0877}"/>
          </ac:spMkLst>
        </pc:spChg>
        <pc:spChg chg="mod">
          <ac:chgData name="Helen Corbat" userId="bff20198d9db4ecb" providerId="LiveId" clId="{A864CEF2-92EE-415E-9881-B52EB48A335D}" dt="2026-04-22T11:26:18.614" v="174" actId="113"/>
          <ac:spMkLst>
            <pc:docMk/>
            <pc:sldMk cId="3575903929" sldId="259"/>
            <ac:spMk id="3" creationId="{968D08B0-221E-3B19-55D7-B22F612A8E9F}"/>
          </ac:spMkLst>
        </pc:spChg>
        <pc:spChg chg="add mod">
          <ac:chgData name="Helen Corbat" userId="bff20198d9db4ecb" providerId="LiveId" clId="{A864CEF2-92EE-415E-9881-B52EB48A335D}" dt="2026-04-22T11:25:54.843" v="169" actId="1076"/>
          <ac:spMkLst>
            <pc:docMk/>
            <pc:sldMk cId="3575903929" sldId="259"/>
            <ac:spMk id="5" creationId="{DB17B909-188D-B890-954E-7ACC795B757D}"/>
          </ac:spMkLst>
        </pc:spChg>
        <pc:spChg chg="add mod">
          <ac:chgData name="Helen Corbat" userId="bff20198d9db4ecb" providerId="LiveId" clId="{A864CEF2-92EE-415E-9881-B52EB48A335D}" dt="2026-04-22T11:26:09.716" v="172"/>
          <ac:spMkLst>
            <pc:docMk/>
            <pc:sldMk cId="3575903929" sldId="259"/>
            <ac:spMk id="7" creationId="{8E679BF4-EDB5-D363-0D52-78DEE9D8E872}"/>
          </ac:spMkLst>
        </pc:spChg>
        <pc:spChg chg="add mod">
          <ac:chgData name="Helen Corbat" userId="bff20198d9db4ecb" providerId="LiveId" clId="{A864CEF2-92EE-415E-9881-B52EB48A335D}" dt="2026-04-22T11:25:46.532" v="168" actId="1076"/>
          <ac:spMkLst>
            <pc:docMk/>
            <pc:sldMk cId="3575903929" sldId="259"/>
            <ac:spMk id="9" creationId="{AF7385C3-7298-828B-84A3-15D65F60C215}"/>
          </ac:spMkLst>
        </pc:spChg>
        <pc:spChg chg="add">
          <ac:chgData name="Helen Corbat" userId="bff20198d9db4ecb" providerId="LiveId" clId="{A864CEF2-92EE-415E-9881-B52EB48A335D}" dt="2026-04-22T11:19:31.918" v="117" actId="26606"/>
          <ac:spMkLst>
            <pc:docMk/>
            <pc:sldMk cId="3575903929" sldId="259"/>
            <ac:spMk id="10" creationId="{8CA06CD6-90CA-4C45-856C-6771339E1E22}"/>
          </ac:spMkLst>
        </pc:spChg>
        <pc:cxnChg chg="add">
          <ac:chgData name="Helen Corbat" userId="bff20198d9db4ecb" providerId="LiveId" clId="{A864CEF2-92EE-415E-9881-B52EB48A335D}" dt="2026-04-22T11:19:31.918" v="117" actId="26606"/>
          <ac:cxnSpMkLst>
            <pc:docMk/>
            <pc:sldMk cId="3575903929" sldId="259"/>
            <ac:cxnSpMk id="12" creationId="{5021601D-2758-4B15-A31C-FDA184C51B3A}"/>
          </ac:cxnSpMkLst>
        </pc:cxnChg>
      </pc:sldChg>
      <pc:sldChg chg="addSp delSp modSp new mod setBg modNotesTx">
        <pc:chgData name="Helen Corbat" userId="bff20198d9db4ecb" providerId="LiveId" clId="{A864CEF2-92EE-415E-9881-B52EB48A335D}" dt="2026-04-24T13:22:46.409" v="209"/>
        <pc:sldMkLst>
          <pc:docMk/>
          <pc:sldMk cId="1408258982" sldId="260"/>
        </pc:sldMkLst>
        <pc:spChg chg="mo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2" creationId="{BC45BFD9-8C64-C5B4-38F6-2AFD6B2731A0}"/>
          </ac:spMkLst>
        </pc:spChg>
        <pc:spChg chg="del mo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3" creationId="{19A15FE6-1E71-1FBA-1E2A-95114FC439CB}"/>
          </ac:spMkLst>
        </pc:spChg>
        <pc:spChg chg="ad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9" creationId="{BACC6370-2D7E-4714-9D71-7542949D7D5D}"/>
          </ac:spMkLst>
        </pc:spChg>
        <pc:spChg chg="ad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11" creationId="{256B2C21-A230-48C0-8DF1-C46611373C44}"/>
          </ac:spMkLst>
        </pc:spChg>
        <pc:spChg chg="ad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13" creationId="{3847E18C-932D-4C95-AABA-FEC7C9499AD7}"/>
          </ac:spMkLst>
        </pc:spChg>
        <pc:spChg chg="ad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15" creationId="{3150CB11-0C61-439E-910F-5787759E72A0}"/>
          </ac:spMkLst>
        </pc:spChg>
        <pc:spChg chg="ad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17" creationId="{43F8A58B-5155-44CE-A5FF-7647B47D0A7A}"/>
          </ac:spMkLst>
        </pc:spChg>
        <pc:spChg chg="add">
          <ac:chgData name="Helen Corbat" userId="bff20198d9db4ecb" providerId="LiveId" clId="{A864CEF2-92EE-415E-9881-B52EB48A335D}" dt="2026-04-24T13:08:07.109" v="204" actId="26606"/>
          <ac:spMkLst>
            <pc:docMk/>
            <pc:sldMk cId="1408258982" sldId="260"/>
            <ac:spMk id="19" creationId="{443F2ACA-E6D6-4028-82DD-F03C262D5DE6}"/>
          </ac:spMkLst>
        </pc:spChg>
        <pc:graphicFrameChg chg="add mod">
          <ac:chgData name="Helen Corbat" userId="bff20198d9db4ecb" providerId="LiveId" clId="{A864CEF2-92EE-415E-9881-B52EB48A335D}" dt="2026-04-24T13:22:46.409" v="209"/>
          <ac:graphicFrameMkLst>
            <pc:docMk/>
            <pc:sldMk cId="1408258982" sldId="260"/>
            <ac:graphicFrameMk id="5" creationId="{7E1D9BAF-953B-25C2-5F19-337189F41870}"/>
          </ac:graphicFrameMkLst>
        </pc:graphicFrameChg>
      </pc:sldChg>
      <pc:sldChg chg="addSp delSp modSp new mod setBg">
        <pc:chgData name="Helen Corbat" userId="bff20198d9db4ecb" providerId="LiveId" clId="{A864CEF2-92EE-415E-9881-B52EB48A335D}" dt="2026-04-24T13:26:21.699" v="245" actId="26606"/>
        <pc:sldMkLst>
          <pc:docMk/>
          <pc:sldMk cId="3853032423" sldId="261"/>
        </pc:sldMkLst>
        <pc:spChg chg="mod">
          <ac:chgData name="Helen Corbat" userId="bff20198d9db4ecb" providerId="LiveId" clId="{A864CEF2-92EE-415E-9881-B52EB48A335D}" dt="2026-04-24T13:26:08.898" v="243" actId="26606"/>
          <ac:spMkLst>
            <pc:docMk/>
            <pc:sldMk cId="3853032423" sldId="261"/>
            <ac:spMk id="2" creationId="{81CA582D-6EE7-9CE6-B092-E6EE6E17045E}"/>
          </ac:spMkLst>
        </pc:spChg>
        <pc:spChg chg="add del mod">
          <ac:chgData name="Helen Corbat" userId="bff20198d9db4ecb" providerId="LiveId" clId="{A864CEF2-92EE-415E-9881-B52EB48A335D}" dt="2026-04-24T13:25:35.636" v="229" actId="26606"/>
          <ac:spMkLst>
            <pc:docMk/>
            <pc:sldMk cId="3853032423" sldId="261"/>
            <ac:spMk id="3" creationId="{31390D3C-3D7D-6404-6421-7C4E628ACD03}"/>
          </ac:spMkLst>
        </pc:spChg>
        <pc:spChg chg="add mod">
          <ac:chgData name="Helen Corbat" userId="bff20198d9db4ecb" providerId="LiveId" clId="{A864CEF2-92EE-415E-9881-B52EB48A335D}" dt="2026-04-24T13:26:16.886" v="244" actId="1076"/>
          <ac:spMkLst>
            <pc:docMk/>
            <pc:sldMk cId="3853032423" sldId="261"/>
            <ac:spMk id="5" creationId="{C155494F-D8E7-A2C8-4E4A-A0B05F210386}"/>
          </ac:spMkLst>
        </pc:spChg>
        <pc:spChg chg="add del">
          <ac:chgData name="Helen Corbat" userId="bff20198d9db4ecb" providerId="LiveId" clId="{A864CEF2-92EE-415E-9881-B52EB48A335D}" dt="2026-04-24T13:25:22.227" v="226" actId="26606"/>
          <ac:spMkLst>
            <pc:docMk/>
            <pc:sldMk cId="3853032423" sldId="261"/>
            <ac:spMk id="10" creationId="{4FFBEE45-F140-49D5-85EA-C78C24340B23}"/>
          </ac:spMkLst>
        </pc:spChg>
        <pc:spChg chg="add del">
          <ac:chgData name="Helen Corbat" userId="bff20198d9db4ecb" providerId="LiveId" clId="{A864CEF2-92EE-415E-9881-B52EB48A335D}" dt="2026-04-24T13:25:22.227" v="226" actId="26606"/>
          <ac:spMkLst>
            <pc:docMk/>
            <pc:sldMk cId="3853032423" sldId="261"/>
            <ac:spMk id="11" creationId="{31390D3C-3D7D-6404-6421-7C4E628ACD03}"/>
          </ac:spMkLst>
        </pc:spChg>
        <pc:spChg chg="add del">
          <ac:chgData name="Helen Corbat" userId="bff20198d9db4ecb" providerId="LiveId" clId="{A864CEF2-92EE-415E-9881-B52EB48A335D}" dt="2026-04-24T13:25:49.055" v="232" actId="26606"/>
          <ac:spMkLst>
            <pc:docMk/>
            <pc:sldMk cId="3853032423" sldId="261"/>
            <ac:spMk id="20" creationId="{45D37F4E-DDB4-456B-97E0-9937730A039F}"/>
          </ac:spMkLst>
        </pc:spChg>
        <pc:spChg chg="add del">
          <ac:chgData name="Helen Corbat" userId="bff20198d9db4ecb" providerId="LiveId" clId="{A864CEF2-92EE-415E-9881-B52EB48A335D}" dt="2026-04-24T13:25:49.055" v="232" actId="26606"/>
          <ac:spMkLst>
            <pc:docMk/>
            <pc:sldMk cId="3853032423" sldId="261"/>
            <ac:spMk id="22" creationId="{B2DD41CD-8F47-4F56-AD12-4E2FF7696987}"/>
          </ac:spMkLst>
        </pc:spChg>
        <pc:spChg chg="add del">
          <ac:chgData name="Helen Corbat" userId="bff20198d9db4ecb" providerId="LiveId" clId="{A864CEF2-92EE-415E-9881-B52EB48A335D}" dt="2026-04-24T13:25:51.239" v="234" actId="26606"/>
          <ac:spMkLst>
            <pc:docMk/>
            <pc:sldMk cId="3853032423" sldId="261"/>
            <ac:spMk id="24" creationId="{4300840D-0A0B-4512-BACA-B439D5B9C57C}"/>
          </ac:spMkLst>
        </pc:spChg>
        <pc:spChg chg="add del">
          <ac:chgData name="Helen Corbat" userId="bff20198d9db4ecb" providerId="LiveId" clId="{A864CEF2-92EE-415E-9881-B52EB48A335D}" dt="2026-04-24T13:25:51.239" v="234" actId="26606"/>
          <ac:spMkLst>
            <pc:docMk/>
            <pc:sldMk cId="3853032423" sldId="261"/>
            <ac:spMk id="25" creationId="{C4285719-470E-454C-AF62-8323075F1F5B}"/>
          </ac:spMkLst>
        </pc:spChg>
        <pc:spChg chg="add del">
          <ac:chgData name="Helen Corbat" userId="bff20198d9db4ecb" providerId="LiveId" clId="{A864CEF2-92EE-415E-9881-B52EB48A335D}" dt="2026-04-24T13:25:51.239" v="234" actId="26606"/>
          <ac:spMkLst>
            <pc:docMk/>
            <pc:sldMk cId="3853032423" sldId="261"/>
            <ac:spMk id="26" creationId="{D2B78728-A580-49A7-84F9-6EF6F583ADE0}"/>
          </ac:spMkLst>
        </pc:spChg>
        <pc:spChg chg="add del">
          <ac:chgData name="Helen Corbat" userId="bff20198d9db4ecb" providerId="LiveId" clId="{A864CEF2-92EE-415E-9881-B52EB48A335D}" dt="2026-04-24T13:25:51.239" v="234" actId="26606"/>
          <ac:spMkLst>
            <pc:docMk/>
            <pc:sldMk cId="3853032423" sldId="261"/>
            <ac:spMk id="27" creationId="{CD9FE4EF-C4D8-49A0-B2FF-81D8DB7D8A24}"/>
          </ac:spMkLst>
        </pc:spChg>
        <pc:spChg chg="add del">
          <ac:chgData name="Helen Corbat" userId="bff20198d9db4ecb" providerId="LiveId" clId="{A864CEF2-92EE-415E-9881-B52EB48A335D}" dt="2026-04-24T13:25:51.239" v="234" actId="26606"/>
          <ac:spMkLst>
            <pc:docMk/>
            <pc:sldMk cId="3853032423" sldId="261"/>
            <ac:spMk id="28" creationId="{38FAA1A1-D861-433F-88FA-1E9D6FD31D11}"/>
          </ac:spMkLst>
        </pc:spChg>
        <pc:spChg chg="add del">
          <ac:chgData name="Helen Corbat" userId="bff20198d9db4ecb" providerId="LiveId" clId="{A864CEF2-92EE-415E-9881-B52EB48A335D}" dt="2026-04-24T13:25:51.239" v="234" actId="26606"/>
          <ac:spMkLst>
            <pc:docMk/>
            <pc:sldMk cId="3853032423" sldId="261"/>
            <ac:spMk id="30" creationId="{8D71EDA1-87BF-4D5D-AB79-F346FD19278A}"/>
          </ac:spMkLst>
        </pc:spChg>
        <pc:spChg chg="add del">
          <ac:chgData name="Helen Corbat" userId="bff20198d9db4ecb" providerId="LiveId" clId="{A864CEF2-92EE-415E-9881-B52EB48A335D}" dt="2026-04-24T13:25:54.686" v="236" actId="26606"/>
          <ac:spMkLst>
            <pc:docMk/>
            <pc:sldMk cId="3853032423" sldId="261"/>
            <ac:spMk id="32" creationId="{45D37F4E-DDB4-456B-97E0-9937730A039F}"/>
          </ac:spMkLst>
        </pc:spChg>
        <pc:spChg chg="add del">
          <ac:chgData name="Helen Corbat" userId="bff20198d9db4ecb" providerId="LiveId" clId="{A864CEF2-92EE-415E-9881-B52EB48A335D}" dt="2026-04-24T13:25:54.686" v="236" actId="26606"/>
          <ac:spMkLst>
            <pc:docMk/>
            <pc:sldMk cId="3853032423" sldId="261"/>
            <ac:spMk id="33" creationId="{B2DD41CD-8F47-4F56-AD12-4E2FF7696987}"/>
          </ac:spMkLst>
        </pc:spChg>
        <pc:spChg chg="add del">
          <ac:chgData name="Helen Corbat" userId="bff20198d9db4ecb" providerId="LiveId" clId="{A864CEF2-92EE-415E-9881-B52EB48A335D}" dt="2026-04-24T13:25:56.035" v="238" actId="26606"/>
          <ac:spMkLst>
            <pc:docMk/>
            <pc:sldMk cId="3853032423" sldId="261"/>
            <ac:spMk id="35" creationId="{2EB492CD-616E-47F8-933B-5E2D952A0593}"/>
          </ac:spMkLst>
        </pc:spChg>
        <pc:spChg chg="add del">
          <ac:chgData name="Helen Corbat" userId="bff20198d9db4ecb" providerId="LiveId" clId="{A864CEF2-92EE-415E-9881-B52EB48A335D}" dt="2026-04-24T13:25:56.035" v="238" actId="26606"/>
          <ac:spMkLst>
            <pc:docMk/>
            <pc:sldMk cId="3853032423" sldId="261"/>
            <ac:spMk id="36" creationId="{59383CF9-23B5-4335-9B21-1791C4CF1C75}"/>
          </ac:spMkLst>
        </pc:spChg>
        <pc:spChg chg="add del">
          <ac:chgData name="Helen Corbat" userId="bff20198d9db4ecb" providerId="LiveId" clId="{A864CEF2-92EE-415E-9881-B52EB48A335D}" dt="2026-04-24T13:25:56.035" v="238" actId="26606"/>
          <ac:spMkLst>
            <pc:docMk/>
            <pc:sldMk cId="3853032423" sldId="261"/>
            <ac:spMk id="37" creationId="{0007FE00-9498-4706-B255-6437B0252C02}"/>
          </ac:spMkLst>
        </pc:spChg>
        <pc:spChg chg="add del">
          <ac:chgData name="Helen Corbat" userId="bff20198d9db4ecb" providerId="LiveId" clId="{A864CEF2-92EE-415E-9881-B52EB48A335D}" dt="2026-04-24T13:26:00.627" v="240" actId="26606"/>
          <ac:spMkLst>
            <pc:docMk/>
            <pc:sldMk cId="3853032423" sldId="261"/>
            <ac:spMk id="39" creationId="{2C61293E-6EBE-43EF-A52C-9BEBFD7679D4}"/>
          </ac:spMkLst>
        </pc:spChg>
        <pc:spChg chg="add del">
          <ac:chgData name="Helen Corbat" userId="bff20198d9db4ecb" providerId="LiveId" clId="{A864CEF2-92EE-415E-9881-B52EB48A335D}" dt="2026-04-24T13:26:00.627" v="240" actId="26606"/>
          <ac:spMkLst>
            <pc:docMk/>
            <pc:sldMk cId="3853032423" sldId="261"/>
            <ac:spMk id="40" creationId="{3FCFB1DE-0B7E-48CC-BA90-B2AB0889F9D6}"/>
          </ac:spMkLst>
        </pc:spChg>
        <pc:spChg chg="add del">
          <ac:chgData name="Helen Corbat" userId="bff20198d9db4ecb" providerId="LiveId" clId="{A864CEF2-92EE-415E-9881-B52EB48A335D}" dt="2026-04-24T13:26:08.898" v="243" actId="26606"/>
          <ac:spMkLst>
            <pc:docMk/>
            <pc:sldMk cId="3853032423" sldId="261"/>
            <ac:spMk id="42" creationId="{45D37F4E-DDB4-456B-97E0-9937730A039F}"/>
          </ac:spMkLst>
        </pc:spChg>
        <pc:spChg chg="add del">
          <ac:chgData name="Helen Corbat" userId="bff20198d9db4ecb" providerId="LiveId" clId="{A864CEF2-92EE-415E-9881-B52EB48A335D}" dt="2026-04-24T13:26:08.898" v="243" actId="26606"/>
          <ac:spMkLst>
            <pc:docMk/>
            <pc:sldMk cId="3853032423" sldId="261"/>
            <ac:spMk id="43" creationId="{B2DD41CD-8F47-4F56-AD12-4E2FF7696987}"/>
          </ac:spMkLst>
        </pc:spChg>
        <pc:spChg chg="add del">
          <ac:chgData name="Helen Corbat" userId="bff20198d9db4ecb" providerId="LiveId" clId="{A864CEF2-92EE-415E-9881-B52EB48A335D}" dt="2026-04-24T13:26:21.699" v="245" actId="26606"/>
          <ac:spMkLst>
            <pc:docMk/>
            <pc:sldMk cId="3853032423" sldId="261"/>
            <ac:spMk id="48" creationId="{4F7EBAE4-9945-4473-9E34-B2C66EA0F03D}"/>
          </ac:spMkLst>
        </pc:spChg>
        <pc:spChg chg="add del">
          <ac:chgData name="Helen Corbat" userId="bff20198d9db4ecb" providerId="LiveId" clId="{A864CEF2-92EE-415E-9881-B52EB48A335D}" dt="2026-04-24T13:26:21.699" v="245" actId="26606"/>
          <ac:spMkLst>
            <pc:docMk/>
            <pc:sldMk cId="3853032423" sldId="261"/>
            <ac:spMk id="50" creationId="{70BEB1E7-2F88-40BC-B73D-42E5B6F80BFC}"/>
          </ac:spMkLst>
        </pc:spChg>
        <pc:spChg chg="add del">
          <ac:chgData name="Helen Corbat" userId="bff20198d9db4ecb" providerId="LiveId" clId="{A864CEF2-92EE-415E-9881-B52EB48A335D}" dt="2026-04-24T13:26:21.699" v="245" actId="26606"/>
          <ac:spMkLst>
            <pc:docMk/>
            <pc:sldMk cId="3853032423" sldId="261"/>
            <ac:spMk id="52" creationId="{A7B99495-F43F-4D80-A44F-2CB4764EB90B}"/>
          </ac:spMkLst>
        </pc:spChg>
        <pc:spChg chg="add">
          <ac:chgData name="Helen Corbat" userId="bff20198d9db4ecb" providerId="LiveId" clId="{A864CEF2-92EE-415E-9881-B52EB48A335D}" dt="2026-04-24T13:26:21.699" v="245" actId="26606"/>
          <ac:spMkLst>
            <pc:docMk/>
            <pc:sldMk cId="3853032423" sldId="261"/>
            <ac:spMk id="57" creationId="{4F7EBAE4-9945-4473-9E34-B2C66EA0F03D}"/>
          </ac:spMkLst>
        </pc:spChg>
        <pc:spChg chg="add">
          <ac:chgData name="Helen Corbat" userId="bff20198d9db4ecb" providerId="LiveId" clId="{A864CEF2-92EE-415E-9881-B52EB48A335D}" dt="2026-04-24T13:26:21.699" v="245" actId="26606"/>
          <ac:spMkLst>
            <pc:docMk/>
            <pc:sldMk cId="3853032423" sldId="261"/>
            <ac:spMk id="59" creationId="{70BEB1E7-2F88-40BC-B73D-42E5B6F80BFC}"/>
          </ac:spMkLst>
        </pc:spChg>
        <pc:spChg chg="add">
          <ac:chgData name="Helen Corbat" userId="bff20198d9db4ecb" providerId="LiveId" clId="{A864CEF2-92EE-415E-9881-B52EB48A335D}" dt="2026-04-24T13:26:21.699" v="245" actId="26606"/>
          <ac:spMkLst>
            <pc:docMk/>
            <pc:sldMk cId="3853032423" sldId="261"/>
            <ac:spMk id="61" creationId="{A7B99495-F43F-4D80-A44F-2CB4764EB90B}"/>
          </ac:spMkLst>
        </pc:spChg>
        <pc:graphicFrameChg chg="add del">
          <ac:chgData name="Helen Corbat" userId="bff20198d9db4ecb" providerId="LiveId" clId="{A864CEF2-92EE-415E-9881-B52EB48A335D}" dt="2026-04-24T13:25:02.416" v="222" actId="26606"/>
          <ac:graphicFrameMkLst>
            <pc:docMk/>
            <pc:sldMk cId="3853032423" sldId="261"/>
            <ac:graphicFrameMk id="7" creationId="{3F56122E-667A-4681-DBE2-D41B246D2421}"/>
          </ac:graphicFrameMkLst>
        </pc:graphicFrameChg>
        <pc:graphicFrameChg chg="add del">
          <ac:chgData name="Helen Corbat" userId="bff20198d9db4ecb" providerId="LiveId" clId="{A864CEF2-92EE-415E-9881-B52EB48A335D}" dt="2026-04-24T13:25:13.870" v="224" actId="26606"/>
          <ac:graphicFrameMkLst>
            <pc:docMk/>
            <pc:sldMk cId="3853032423" sldId="261"/>
            <ac:graphicFrameMk id="9" creationId="{BB624D97-F053-25A3-46E7-45B08B931A6C}"/>
          </ac:graphicFrameMkLst>
        </pc:graphicFrameChg>
        <pc:graphicFrameChg chg="add del">
          <ac:chgData name="Helen Corbat" userId="bff20198d9db4ecb" providerId="LiveId" clId="{A864CEF2-92EE-415E-9881-B52EB48A335D}" dt="2026-04-24T13:25:35.604" v="228" actId="26606"/>
          <ac:graphicFrameMkLst>
            <pc:docMk/>
            <pc:sldMk cId="3853032423" sldId="261"/>
            <ac:graphicFrameMk id="13" creationId="{BB624D97-F053-25A3-46E7-45B08B931A6C}"/>
          </ac:graphicFrameMkLst>
        </pc:graphicFrameChg>
        <pc:graphicFrameChg chg="add mod ord modGraphic">
          <ac:chgData name="Helen Corbat" userId="bff20198d9db4ecb" providerId="LiveId" clId="{A864CEF2-92EE-415E-9881-B52EB48A335D}" dt="2026-04-24T13:26:21.699" v="245" actId="26606"/>
          <ac:graphicFrameMkLst>
            <pc:docMk/>
            <pc:sldMk cId="3853032423" sldId="261"/>
            <ac:graphicFrameMk id="15" creationId="{DC7F0B9C-3F94-82DA-8809-5D40FAD490A1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B148C-4F52-4167-BB4F-71AD00A5223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E29729-1F8D-4417-99D8-32F29286B27C}">
      <dgm:prSet/>
      <dgm:spPr/>
      <dgm:t>
        <a:bodyPr/>
        <a:lstStyle/>
        <a:p>
          <a:r>
            <a:rPr lang="en-US" b="1"/>
            <a:t>Context</a:t>
          </a:r>
          <a:endParaRPr lang="en-US"/>
        </a:p>
      </dgm:t>
    </dgm:pt>
    <dgm:pt modelId="{42D18655-08CE-4A9A-A5D6-3628496EE707}" type="parTrans" cxnId="{1E23CEAB-5C24-40B0-93F6-8C9FBD170A4B}">
      <dgm:prSet/>
      <dgm:spPr/>
      <dgm:t>
        <a:bodyPr/>
        <a:lstStyle/>
        <a:p>
          <a:endParaRPr lang="en-US"/>
        </a:p>
      </dgm:t>
    </dgm:pt>
    <dgm:pt modelId="{1F6808CE-F6B4-4E17-BBF1-CABC024E07E0}" type="sibTrans" cxnId="{1E23CEAB-5C24-40B0-93F6-8C9FBD170A4B}">
      <dgm:prSet/>
      <dgm:spPr/>
      <dgm:t>
        <a:bodyPr/>
        <a:lstStyle/>
        <a:p>
          <a:endParaRPr lang="en-US"/>
        </a:p>
      </dgm:t>
    </dgm:pt>
    <dgm:pt modelId="{27C3BC4A-3F9F-4A9A-92CD-4AD111FD1C6B}">
      <dgm:prSet/>
      <dgm:spPr/>
      <dgm:t>
        <a:bodyPr/>
        <a:lstStyle/>
        <a:p>
          <a:r>
            <a:rPr lang="en-US"/>
            <a:t>A fraud detection model assigns a </a:t>
          </a:r>
          <a:r>
            <a:rPr lang="en-US" b="1"/>
            <a:t>probability of fraud</a:t>
          </a:r>
          <a:r>
            <a:rPr lang="en-US"/>
            <a:t> to each claim </a:t>
          </a:r>
        </a:p>
      </dgm:t>
    </dgm:pt>
    <dgm:pt modelId="{41DA0BA7-F4AA-4C78-95E5-5FC59CA3C384}" type="parTrans" cxnId="{852CF236-B494-4EA7-AA3D-38E585D9D625}">
      <dgm:prSet/>
      <dgm:spPr/>
      <dgm:t>
        <a:bodyPr/>
        <a:lstStyle/>
        <a:p>
          <a:endParaRPr lang="en-US"/>
        </a:p>
      </dgm:t>
    </dgm:pt>
    <dgm:pt modelId="{51599BEE-7591-4234-B48B-BDD9C0825BB8}" type="sibTrans" cxnId="{852CF236-B494-4EA7-AA3D-38E585D9D625}">
      <dgm:prSet/>
      <dgm:spPr/>
      <dgm:t>
        <a:bodyPr/>
        <a:lstStyle/>
        <a:p>
          <a:endParaRPr lang="en-US"/>
        </a:p>
      </dgm:t>
    </dgm:pt>
    <dgm:pt modelId="{D07DED2C-BF96-498F-B1ED-FBA5FBC8E412}">
      <dgm:prSet/>
      <dgm:spPr/>
      <dgm:t>
        <a:bodyPr/>
        <a:lstStyle/>
        <a:p>
          <a:r>
            <a:rPr lang="en-US"/>
            <a:t>Example claim: 22% probability of fraud </a:t>
          </a:r>
        </a:p>
      </dgm:t>
    </dgm:pt>
    <dgm:pt modelId="{B3311924-56BB-458A-A328-BD28227B9B90}" type="parTrans" cxnId="{7BAAA211-71C9-449C-9D9B-522C325FE7D6}">
      <dgm:prSet/>
      <dgm:spPr/>
      <dgm:t>
        <a:bodyPr/>
        <a:lstStyle/>
        <a:p>
          <a:endParaRPr lang="en-US"/>
        </a:p>
      </dgm:t>
    </dgm:pt>
    <dgm:pt modelId="{60E1196A-62C7-43A6-B0AC-C03CBA19A971}" type="sibTrans" cxnId="{7BAAA211-71C9-449C-9D9B-522C325FE7D6}">
      <dgm:prSet/>
      <dgm:spPr/>
      <dgm:t>
        <a:bodyPr/>
        <a:lstStyle/>
        <a:p>
          <a:endParaRPr lang="en-US"/>
        </a:p>
      </dgm:t>
    </dgm:pt>
    <dgm:pt modelId="{F7FB3899-5FAB-42DD-8A76-1716E93E0AEB}">
      <dgm:prSet/>
      <dgm:spPr/>
      <dgm:t>
        <a:bodyPr/>
        <a:lstStyle/>
        <a:p>
          <a:r>
            <a:rPr lang="en-US" b="1"/>
            <a:t>Decision</a:t>
          </a:r>
          <a:endParaRPr lang="en-US"/>
        </a:p>
      </dgm:t>
    </dgm:pt>
    <dgm:pt modelId="{66D6B212-6E2B-4604-AE77-462CE253D2BB}" type="parTrans" cxnId="{251F7A0D-488E-4EFA-9174-77FEC1FAC76D}">
      <dgm:prSet/>
      <dgm:spPr/>
      <dgm:t>
        <a:bodyPr/>
        <a:lstStyle/>
        <a:p>
          <a:endParaRPr lang="en-US"/>
        </a:p>
      </dgm:t>
    </dgm:pt>
    <dgm:pt modelId="{31A8FF03-9637-4EA5-8A83-741DDFA7371A}" type="sibTrans" cxnId="{251F7A0D-488E-4EFA-9174-77FEC1FAC76D}">
      <dgm:prSet/>
      <dgm:spPr/>
      <dgm:t>
        <a:bodyPr/>
        <a:lstStyle/>
        <a:p>
          <a:endParaRPr lang="en-US"/>
        </a:p>
      </dgm:t>
    </dgm:pt>
    <dgm:pt modelId="{19D026D0-357B-4895-96A8-043606C64B85}">
      <dgm:prSet/>
      <dgm:spPr/>
      <dgm:t>
        <a:bodyPr/>
        <a:lstStyle/>
        <a:p>
          <a:r>
            <a:rPr lang="en-US"/>
            <a:t>Should this claim be investigated?</a:t>
          </a:r>
        </a:p>
      </dgm:t>
    </dgm:pt>
    <dgm:pt modelId="{A692E8BD-09F1-45B4-A7CD-693F53366EFB}" type="parTrans" cxnId="{E80C0FB0-910C-4934-AB09-D87EF095B829}">
      <dgm:prSet/>
      <dgm:spPr/>
      <dgm:t>
        <a:bodyPr/>
        <a:lstStyle/>
        <a:p>
          <a:endParaRPr lang="en-US"/>
        </a:p>
      </dgm:t>
    </dgm:pt>
    <dgm:pt modelId="{7C96B607-89B8-4749-A4E1-5E851F178654}" type="sibTrans" cxnId="{E80C0FB0-910C-4934-AB09-D87EF095B829}">
      <dgm:prSet/>
      <dgm:spPr/>
      <dgm:t>
        <a:bodyPr/>
        <a:lstStyle/>
        <a:p>
          <a:endParaRPr lang="en-US"/>
        </a:p>
      </dgm:t>
    </dgm:pt>
    <dgm:pt modelId="{8F928E62-03F0-4353-98D7-B00A2AF043F3}">
      <dgm:prSet/>
      <dgm:spPr/>
      <dgm:t>
        <a:bodyPr/>
        <a:lstStyle/>
        <a:p>
          <a:r>
            <a:rPr lang="en-US" b="1"/>
            <a:t>Business Impact</a:t>
          </a:r>
          <a:endParaRPr lang="en-US"/>
        </a:p>
      </dgm:t>
    </dgm:pt>
    <dgm:pt modelId="{3C00D821-75FE-4F7D-BE19-9FD7DC22F595}" type="parTrans" cxnId="{FB9F6A39-FD61-464B-892D-94954455E609}">
      <dgm:prSet/>
      <dgm:spPr/>
      <dgm:t>
        <a:bodyPr/>
        <a:lstStyle/>
        <a:p>
          <a:endParaRPr lang="en-US"/>
        </a:p>
      </dgm:t>
    </dgm:pt>
    <dgm:pt modelId="{DDA71FE0-5674-4745-AFAB-1C3056E223FD}" type="sibTrans" cxnId="{FB9F6A39-FD61-464B-892D-94954455E609}">
      <dgm:prSet/>
      <dgm:spPr/>
      <dgm:t>
        <a:bodyPr/>
        <a:lstStyle/>
        <a:p>
          <a:endParaRPr lang="en-US"/>
        </a:p>
      </dgm:t>
    </dgm:pt>
    <dgm:pt modelId="{2229F9C0-CA46-49F3-A37B-31C5F098659A}">
      <dgm:prSet/>
      <dgm:spPr/>
      <dgm:t>
        <a:bodyPr/>
        <a:lstStyle/>
        <a:p>
          <a:r>
            <a:rPr lang="en-US"/>
            <a:t>Investigating a legitimate claim costs </a:t>
          </a:r>
          <a:r>
            <a:rPr lang="en-US" b="1"/>
            <a:t>$300 </a:t>
          </a:r>
          <a:endParaRPr lang="en-US"/>
        </a:p>
      </dgm:t>
    </dgm:pt>
    <dgm:pt modelId="{2A2D4914-433A-4268-9F54-D7CFAA0961F9}" type="parTrans" cxnId="{4AEBEF12-C895-49AA-8239-0D7FD75F6095}">
      <dgm:prSet/>
      <dgm:spPr/>
      <dgm:t>
        <a:bodyPr/>
        <a:lstStyle/>
        <a:p>
          <a:endParaRPr lang="en-US"/>
        </a:p>
      </dgm:t>
    </dgm:pt>
    <dgm:pt modelId="{32EF2077-7C49-4E7B-8B16-AADC91B6B4C1}" type="sibTrans" cxnId="{4AEBEF12-C895-49AA-8239-0D7FD75F6095}">
      <dgm:prSet/>
      <dgm:spPr/>
      <dgm:t>
        <a:bodyPr/>
        <a:lstStyle/>
        <a:p>
          <a:endParaRPr lang="en-US"/>
        </a:p>
      </dgm:t>
    </dgm:pt>
    <dgm:pt modelId="{ECD0A3DA-A39A-431A-B690-EC9F3C942CBD}">
      <dgm:prSet/>
      <dgm:spPr/>
      <dgm:t>
        <a:bodyPr/>
        <a:lstStyle/>
        <a:p>
          <a:r>
            <a:rPr lang="en-US"/>
            <a:t>Missing a fraudulent claim costs </a:t>
          </a:r>
          <a:r>
            <a:rPr lang="en-US" b="1"/>
            <a:t>$2,700 </a:t>
          </a:r>
          <a:endParaRPr lang="en-US"/>
        </a:p>
      </dgm:t>
    </dgm:pt>
    <dgm:pt modelId="{8447AD63-210E-4786-8F5F-5B783F9EF943}" type="parTrans" cxnId="{1C59E664-E035-4B29-A593-38610ED28649}">
      <dgm:prSet/>
      <dgm:spPr/>
      <dgm:t>
        <a:bodyPr/>
        <a:lstStyle/>
        <a:p>
          <a:endParaRPr lang="en-US"/>
        </a:p>
      </dgm:t>
    </dgm:pt>
    <dgm:pt modelId="{12925DAF-3745-4F9B-BDD1-46E3BE7449E1}" type="sibTrans" cxnId="{1C59E664-E035-4B29-A593-38610ED28649}">
      <dgm:prSet/>
      <dgm:spPr/>
      <dgm:t>
        <a:bodyPr/>
        <a:lstStyle/>
        <a:p>
          <a:endParaRPr lang="en-US"/>
        </a:p>
      </dgm:t>
    </dgm:pt>
    <dgm:pt modelId="{8DAA2ED6-6EF7-4115-AE05-70F9416635F6}" type="pres">
      <dgm:prSet presAssocID="{4E5B148C-4F52-4167-BB4F-71AD00A52236}" presName="linear" presStyleCnt="0">
        <dgm:presLayoutVars>
          <dgm:animLvl val="lvl"/>
          <dgm:resizeHandles val="exact"/>
        </dgm:presLayoutVars>
      </dgm:prSet>
      <dgm:spPr/>
    </dgm:pt>
    <dgm:pt modelId="{7DC54D81-D8D3-49BA-8DB6-534C97FBCFCF}" type="pres">
      <dgm:prSet presAssocID="{CCE29729-1F8D-4417-99D8-32F29286B27C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478A5C44-72EE-443D-8D64-C630F009DD8D}" type="pres">
      <dgm:prSet presAssocID="{1F6808CE-F6B4-4E17-BBF1-CABC024E07E0}" presName="spacer" presStyleCnt="0"/>
      <dgm:spPr/>
    </dgm:pt>
    <dgm:pt modelId="{6E9A66B6-FDD8-48F8-85AA-46C55C71F21B}" type="pres">
      <dgm:prSet presAssocID="{27C3BC4A-3F9F-4A9A-92CD-4AD111FD1C6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0BD830D-0485-46B4-991C-E41A93916E39}" type="pres">
      <dgm:prSet presAssocID="{51599BEE-7591-4234-B48B-BDD9C0825BB8}" presName="spacer" presStyleCnt="0"/>
      <dgm:spPr/>
    </dgm:pt>
    <dgm:pt modelId="{F887310C-6744-44C2-BC58-D6AC9E36DF9B}" type="pres">
      <dgm:prSet presAssocID="{D07DED2C-BF96-498F-B1ED-FBA5FBC8E41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82072EB-875B-479A-ADDF-2829AE76DB5C}" type="pres">
      <dgm:prSet presAssocID="{60E1196A-62C7-43A6-B0AC-C03CBA19A971}" presName="spacer" presStyleCnt="0"/>
      <dgm:spPr/>
    </dgm:pt>
    <dgm:pt modelId="{9C1230F4-1EE0-459B-AE4E-7B8EA488DF82}" type="pres">
      <dgm:prSet presAssocID="{F7FB3899-5FAB-42DD-8A76-1716E93E0AE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C7C7C9CC-4136-4244-AA36-E32BC76FC464}" type="pres">
      <dgm:prSet presAssocID="{31A8FF03-9637-4EA5-8A83-741DDFA7371A}" presName="spacer" presStyleCnt="0"/>
      <dgm:spPr/>
    </dgm:pt>
    <dgm:pt modelId="{C5ACCAD8-5829-4322-BEF7-8B38327C7B41}" type="pres">
      <dgm:prSet presAssocID="{19D026D0-357B-4895-96A8-043606C64B85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47A3C0D9-00C3-48D1-B7D8-35C8657B37A4}" type="pres">
      <dgm:prSet presAssocID="{7C96B607-89B8-4749-A4E1-5E851F178654}" presName="spacer" presStyleCnt="0"/>
      <dgm:spPr/>
    </dgm:pt>
    <dgm:pt modelId="{5A6F6A07-6074-4976-AA46-44FA0685EF55}" type="pres">
      <dgm:prSet presAssocID="{8F928E62-03F0-4353-98D7-B00A2AF043F3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ADD9417E-3955-47EB-9659-9FF24B5BE065}" type="pres">
      <dgm:prSet presAssocID="{DDA71FE0-5674-4745-AFAB-1C3056E223FD}" presName="spacer" presStyleCnt="0"/>
      <dgm:spPr/>
    </dgm:pt>
    <dgm:pt modelId="{E6894B51-2D26-4568-900C-DA1F0DB86015}" type="pres">
      <dgm:prSet presAssocID="{2229F9C0-CA46-49F3-A37B-31C5F098659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D0BA2D6-E456-4EDC-9A8B-F9B08AE2EDD6}" type="pres">
      <dgm:prSet presAssocID="{32EF2077-7C49-4E7B-8B16-AADC91B6B4C1}" presName="spacer" presStyleCnt="0"/>
      <dgm:spPr/>
    </dgm:pt>
    <dgm:pt modelId="{FFC7E908-2979-4946-8E52-2CC85B4C4131}" type="pres">
      <dgm:prSet presAssocID="{ECD0A3DA-A39A-431A-B690-EC9F3C942CB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251F7A0D-488E-4EFA-9174-77FEC1FAC76D}" srcId="{4E5B148C-4F52-4167-BB4F-71AD00A52236}" destId="{F7FB3899-5FAB-42DD-8A76-1716E93E0AEB}" srcOrd="3" destOrd="0" parTransId="{66D6B212-6E2B-4604-AE77-462CE253D2BB}" sibTransId="{31A8FF03-9637-4EA5-8A83-741DDFA7371A}"/>
    <dgm:cxn modelId="{7BAAA211-71C9-449C-9D9B-522C325FE7D6}" srcId="{4E5B148C-4F52-4167-BB4F-71AD00A52236}" destId="{D07DED2C-BF96-498F-B1ED-FBA5FBC8E412}" srcOrd="2" destOrd="0" parTransId="{B3311924-56BB-458A-A328-BD28227B9B90}" sibTransId="{60E1196A-62C7-43A6-B0AC-C03CBA19A971}"/>
    <dgm:cxn modelId="{4AEBEF12-C895-49AA-8239-0D7FD75F6095}" srcId="{4E5B148C-4F52-4167-BB4F-71AD00A52236}" destId="{2229F9C0-CA46-49F3-A37B-31C5F098659A}" srcOrd="6" destOrd="0" parTransId="{2A2D4914-433A-4268-9F54-D7CFAA0961F9}" sibTransId="{32EF2077-7C49-4E7B-8B16-AADC91B6B4C1}"/>
    <dgm:cxn modelId="{BD3E8A15-7AF6-4D55-B0A6-C86379374FCE}" type="presOf" srcId="{19D026D0-357B-4895-96A8-043606C64B85}" destId="{C5ACCAD8-5829-4322-BEF7-8B38327C7B41}" srcOrd="0" destOrd="0" presId="urn:microsoft.com/office/officeart/2005/8/layout/vList2"/>
    <dgm:cxn modelId="{665BB01F-1BB7-4657-A66D-69EAC22EE635}" type="presOf" srcId="{8F928E62-03F0-4353-98D7-B00A2AF043F3}" destId="{5A6F6A07-6074-4976-AA46-44FA0685EF55}" srcOrd="0" destOrd="0" presId="urn:microsoft.com/office/officeart/2005/8/layout/vList2"/>
    <dgm:cxn modelId="{6C02A127-D1A1-456F-9DF2-C6902DC60D40}" type="presOf" srcId="{27C3BC4A-3F9F-4A9A-92CD-4AD111FD1C6B}" destId="{6E9A66B6-FDD8-48F8-85AA-46C55C71F21B}" srcOrd="0" destOrd="0" presId="urn:microsoft.com/office/officeart/2005/8/layout/vList2"/>
    <dgm:cxn modelId="{99D0BE2D-5224-4D23-BEC9-DB353E239AE5}" type="presOf" srcId="{4E5B148C-4F52-4167-BB4F-71AD00A52236}" destId="{8DAA2ED6-6EF7-4115-AE05-70F9416635F6}" srcOrd="0" destOrd="0" presId="urn:microsoft.com/office/officeart/2005/8/layout/vList2"/>
    <dgm:cxn modelId="{852CF236-B494-4EA7-AA3D-38E585D9D625}" srcId="{4E5B148C-4F52-4167-BB4F-71AD00A52236}" destId="{27C3BC4A-3F9F-4A9A-92CD-4AD111FD1C6B}" srcOrd="1" destOrd="0" parTransId="{41DA0BA7-F4AA-4C78-95E5-5FC59CA3C384}" sibTransId="{51599BEE-7591-4234-B48B-BDD9C0825BB8}"/>
    <dgm:cxn modelId="{FB9F6A39-FD61-464B-892D-94954455E609}" srcId="{4E5B148C-4F52-4167-BB4F-71AD00A52236}" destId="{8F928E62-03F0-4353-98D7-B00A2AF043F3}" srcOrd="5" destOrd="0" parTransId="{3C00D821-75FE-4F7D-BE19-9FD7DC22F595}" sibTransId="{DDA71FE0-5674-4745-AFAB-1C3056E223FD}"/>
    <dgm:cxn modelId="{83C24E62-2CBB-4E5D-9A3F-ED78BA8AE242}" type="presOf" srcId="{2229F9C0-CA46-49F3-A37B-31C5F098659A}" destId="{E6894B51-2D26-4568-900C-DA1F0DB86015}" srcOrd="0" destOrd="0" presId="urn:microsoft.com/office/officeart/2005/8/layout/vList2"/>
    <dgm:cxn modelId="{1C59E664-E035-4B29-A593-38610ED28649}" srcId="{4E5B148C-4F52-4167-BB4F-71AD00A52236}" destId="{ECD0A3DA-A39A-431A-B690-EC9F3C942CBD}" srcOrd="7" destOrd="0" parTransId="{8447AD63-210E-4786-8F5F-5B783F9EF943}" sibTransId="{12925DAF-3745-4F9B-BDD1-46E3BE7449E1}"/>
    <dgm:cxn modelId="{6A086E45-E295-4501-9BFB-B485D0303CF1}" type="presOf" srcId="{ECD0A3DA-A39A-431A-B690-EC9F3C942CBD}" destId="{FFC7E908-2979-4946-8E52-2CC85B4C4131}" srcOrd="0" destOrd="0" presId="urn:microsoft.com/office/officeart/2005/8/layout/vList2"/>
    <dgm:cxn modelId="{F74AD249-7869-43ED-A136-16C738D6E0F7}" type="presOf" srcId="{D07DED2C-BF96-498F-B1ED-FBA5FBC8E412}" destId="{F887310C-6744-44C2-BC58-D6AC9E36DF9B}" srcOrd="0" destOrd="0" presId="urn:microsoft.com/office/officeart/2005/8/layout/vList2"/>
    <dgm:cxn modelId="{9E2CED7B-71CB-4DA9-87A2-3F1BDA80E064}" type="presOf" srcId="{CCE29729-1F8D-4417-99D8-32F29286B27C}" destId="{7DC54D81-D8D3-49BA-8DB6-534C97FBCFCF}" srcOrd="0" destOrd="0" presId="urn:microsoft.com/office/officeart/2005/8/layout/vList2"/>
    <dgm:cxn modelId="{AB23FE87-1FB1-4D67-8697-90BB2C4CB42B}" type="presOf" srcId="{F7FB3899-5FAB-42DD-8A76-1716E93E0AEB}" destId="{9C1230F4-1EE0-459B-AE4E-7B8EA488DF82}" srcOrd="0" destOrd="0" presId="urn:microsoft.com/office/officeart/2005/8/layout/vList2"/>
    <dgm:cxn modelId="{1E23CEAB-5C24-40B0-93F6-8C9FBD170A4B}" srcId="{4E5B148C-4F52-4167-BB4F-71AD00A52236}" destId="{CCE29729-1F8D-4417-99D8-32F29286B27C}" srcOrd="0" destOrd="0" parTransId="{42D18655-08CE-4A9A-A5D6-3628496EE707}" sibTransId="{1F6808CE-F6B4-4E17-BBF1-CABC024E07E0}"/>
    <dgm:cxn modelId="{E80C0FB0-910C-4934-AB09-D87EF095B829}" srcId="{4E5B148C-4F52-4167-BB4F-71AD00A52236}" destId="{19D026D0-357B-4895-96A8-043606C64B85}" srcOrd="4" destOrd="0" parTransId="{A692E8BD-09F1-45B4-A7CD-693F53366EFB}" sibTransId="{7C96B607-89B8-4749-A4E1-5E851F178654}"/>
    <dgm:cxn modelId="{1951B71F-F78E-480C-9367-63D0215F3368}" type="presParOf" srcId="{8DAA2ED6-6EF7-4115-AE05-70F9416635F6}" destId="{7DC54D81-D8D3-49BA-8DB6-534C97FBCFCF}" srcOrd="0" destOrd="0" presId="urn:microsoft.com/office/officeart/2005/8/layout/vList2"/>
    <dgm:cxn modelId="{49D1D2D5-D70A-434E-8E86-BBA64FE7B88B}" type="presParOf" srcId="{8DAA2ED6-6EF7-4115-AE05-70F9416635F6}" destId="{478A5C44-72EE-443D-8D64-C630F009DD8D}" srcOrd="1" destOrd="0" presId="urn:microsoft.com/office/officeart/2005/8/layout/vList2"/>
    <dgm:cxn modelId="{0C32B829-DB3B-4B5D-924D-DBDB3E01E614}" type="presParOf" srcId="{8DAA2ED6-6EF7-4115-AE05-70F9416635F6}" destId="{6E9A66B6-FDD8-48F8-85AA-46C55C71F21B}" srcOrd="2" destOrd="0" presId="urn:microsoft.com/office/officeart/2005/8/layout/vList2"/>
    <dgm:cxn modelId="{89F5D692-B674-4358-AE1E-5BE35D1A1AE3}" type="presParOf" srcId="{8DAA2ED6-6EF7-4115-AE05-70F9416635F6}" destId="{E0BD830D-0485-46B4-991C-E41A93916E39}" srcOrd="3" destOrd="0" presId="urn:microsoft.com/office/officeart/2005/8/layout/vList2"/>
    <dgm:cxn modelId="{5DFABF02-A76C-4573-8E22-26678A18B4CC}" type="presParOf" srcId="{8DAA2ED6-6EF7-4115-AE05-70F9416635F6}" destId="{F887310C-6744-44C2-BC58-D6AC9E36DF9B}" srcOrd="4" destOrd="0" presId="urn:microsoft.com/office/officeart/2005/8/layout/vList2"/>
    <dgm:cxn modelId="{CC4D48D3-82A3-42D9-88EF-7FE2EE268594}" type="presParOf" srcId="{8DAA2ED6-6EF7-4115-AE05-70F9416635F6}" destId="{C82072EB-875B-479A-ADDF-2829AE76DB5C}" srcOrd="5" destOrd="0" presId="urn:microsoft.com/office/officeart/2005/8/layout/vList2"/>
    <dgm:cxn modelId="{1DF69B67-12DB-4AA6-A823-949495C37267}" type="presParOf" srcId="{8DAA2ED6-6EF7-4115-AE05-70F9416635F6}" destId="{9C1230F4-1EE0-459B-AE4E-7B8EA488DF82}" srcOrd="6" destOrd="0" presId="urn:microsoft.com/office/officeart/2005/8/layout/vList2"/>
    <dgm:cxn modelId="{DD77F5CE-5E94-49FD-B91B-D2E9E61A00FF}" type="presParOf" srcId="{8DAA2ED6-6EF7-4115-AE05-70F9416635F6}" destId="{C7C7C9CC-4136-4244-AA36-E32BC76FC464}" srcOrd="7" destOrd="0" presId="urn:microsoft.com/office/officeart/2005/8/layout/vList2"/>
    <dgm:cxn modelId="{F74076B6-6D2C-48E4-BA95-FADC76293D47}" type="presParOf" srcId="{8DAA2ED6-6EF7-4115-AE05-70F9416635F6}" destId="{C5ACCAD8-5829-4322-BEF7-8B38327C7B41}" srcOrd="8" destOrd="0" presId="urn:microsoft.com/office/officeart/2005/8/layout/vList2"/>
    <dgm:cxn modelId="{6A4C4065-F1E0-468D-92BA-E96A7FB5CCAB}" type="presParOf" srcId="{8DAA2ED6-6EF7-4115-AE05-70F9416635F6}" destId="{47A3C0D9-00C3-48D1-B7D8-35C8657B37A4}" srcOrd="9" destOrd="0" presId="urn:microsoft.com/office/officeart/2005/8/layout/vList2"/>
    <dgm:cxn modelId="{26152F8B-8A98-4F0B-BC0A-16B13F4C8727}" type="presParOf" srcId="{8DAA2ED6-6EF7-4115-AE05-70F9416635F6}" destId="{5A6F6A07-6074-4976-AA46-44FA0685EF55}" srcOrd="10" destOrd="0" presId="urn:microsoft.com/office/officeart/2005/8/layout/vList2"/>
    <dgm:cxn modelId="{5F52AB60-E6D1-4CD1-8305-E61EF7A93017}" type="presParOf" srcId="{8DAA2ED6-6EF7-4115-AE05-70F9416635F6}" destId="{ADD9417E-3955-47EB-9659-9FF24B5BE065}" srcOrd="11" destOrd="0" presId="urn:microsoft.com/office/officeart/2005/8/layout/vList2"/>
    <dgm:cxn modelId="{6BB3BFA3-5392-44A5-ABA0-F6F539EC4EB1}" type="presParOf" srcId="{8DAA2ED6-6EF7-4115-AE05-70F9416635F6}" destId="{E6894B51-2D26-4568-900C-DA1F0DB86015}" srcOrd="12" destOrd="0" presId="urn:microsoft.com/office/officeart/2005/8/layout/vList2"/>
    <dgm:cxn modelId="{0248AAB9-EE3B-49E1-A789-BADA7DAC3313}" type="presParOf" srcId="{8DAA2ED6-6EF7-4115-AE05-70F9416635F6}" destId="{4D0BA2D6-E456-4EDC-9A8B-F9B08AE2EDD6}" srcOrd="13" destOrd="0" presId="urn:microsoft.com/office/officeart/2005/8/layout/vList2"/>
    <dgm:cxn modelId="{870908AE-9C74-43D6-A33D-A12434A1E96C}" type="presParOf" srcId="{8DAA2ED6-6EF7-4115-AE05-70F9416635F6}" destId="{FFC7E908-2979-4946-8E52-2CC85B4C4131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7EFD4C-0209-4A2B-9695-89975390B29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C773027-BDBB-4B14-9BDC-E6BF7FFB6C95}">
      <dgm:prSet/>
      <dgm:spPr/>
      <dgm:t>
        <a:bodyPr/>
        <a:lstStyle/>
        <a:p>
          <a:r>
            <a:rPr lang="en-US" dirty="0"/>
            <a:t>Find the break-even probability</a:t>
          </a:r>
        </a:p>
      </dgm:t>
    </dgm:pt>
    <dgm:pt modelId="{59ABEC89-82A6-4E99-AA8C-6B49B9E0A6E2}" type="parTrans" cxnId="{7FEA5959-91F4-48E7-A8B6-A91F431700FE}">
      <dgm:prSet/>
      <dgm:spPr/>
      <dgm:t>
        <a:bodyPr/>
        <a:lstStyle/>
        <a:p>
          <a:endParaRPr lang="en-US"/>
        </a:p>
      </dgm:t>
    </dgm:pt>
    <dgm:pt modelId="{3577369F-C61F-4530-B2C3-3844C95923A9}" type="sibTrans" cxnId="{7FEA5959-91F4-48E7-A8B6-A91F431700FE}">
      <dgm:prSet/>
      <dgm:spPr/>
      <dgm:t>
        <a:bodyPr/>
        <a:lstStyle/>
        <a:p>
          <a:endParaRPr lang="en-US"/>
        </a:p>
      </dgm:t>
    </dgm:pt>
    <dgm:pt modelId="{982ECFD3-1F78-4638-A81B-2F225A4B6376}">
      <dgm:prSet/>
      <dgm:spPr/>
      <dgm:t>
        <a:bodyPr/>
        <a:lstStyle/>
        <a:p>
          <a:r>
            <a:rPr lang="en-US" b="1" dirty="0"/>
            <a:t>Investigate → Cost: $300 (if not fraud)</a:t>
          </a:r>
          <a:br>
            <a:rPr lang="en-US" dirty="0"/>
          </a:br>
          <a:r>
            <a:rPr lang="en-US" b="1" dirty="0"/>
            <a:t>Do NOT Investigate → Cost: $2,700 (if fraud)</a:t>
          </a:r>
          <a:endParaRPr lang="en-US" dirty="0"/>
        </a:p>
      </dgm:t>
    </dgm:pt>
    <dgm:pt modelId="{5DBA9F30-E80F-49FD-99B3-756D1BEA02CD}" type="parTrans" cxnId="{83443191-9159-4BF8-8321-2C5CF1FFC8AE}">
      <dgm:prSet/>
      <dgm:spPr/>
      <dgm:t>
        <a:bodyPr/>
        <a:lstStyle/>
        <a:p>
          <a:endParaRPr lang="en-US"/>
        </a:p>
      </dgm:t>
    </dgm:pt>
    <dgm:pt modelId="{A2E0F79A-CD1A-4F19-82B0-9AAB523899C7}" type="sibTrans" cxnId="{83443191-9159-4BF8-8321-2C5CF1FFC8AE}">
      <dgm:prSet/>
      <dgm:spPr/>
      <dgm:t>
        <a:bodyPr/>
        <a:lstStyle/>
        <a:p>
          <a:endParaRPr lang="en-US"/>
        </a:p>
      </dgm:t>
    </dgm:pt>
    <dgm:pt modelId="{BAD62DD1-4285-49C4-808A-67CFA33F207C}">
      <dgm:prSet/>
      <dgm:spPr/>
      <dgm:t>
        <a:bodyPr/>
        <a:lstStyle/>
        <a:p>
          <a:r>
            <a:rPr lang="en-US" dirty="0"/>
            <a:t>Threshold = 300 / (300 + 2700) = 10%</a:t>
          </a:r>
        </a:p>
      </dgm:t>
    </dgm:pt>
    <dgm:pt modelId="{9F6C0EC3-65E8-4886-A765-E281F01C00A4}" type="parTrans" cxnId="{A9CE09C9-BAC3-478C-A8B0-92178FEE89FA}">
      <dgm:prSet/>
      <dgm:spPr/>
      <dgm:t>
        <a:bodyPr/>
        <a:lstStyle/>
        <a:p>
          <a:endParaRPr lang="en-US"/>
        </a:p>
      </dgm:t>
    </dgm:pt>
    <dgm:pt modelId="{6E7BB1E3-7A78-45D6-B716-BE90E0798E7A}" type="sibTrans" cxnId="{A9CE09C9-BAC3-478C-A8B0-92178FEE89FA}">
      <dgm:prSet/>
      <dgm:spPr/>
      <dgm:t>
        <a:bodyPr/>
        <a:lstStyle/>
        <a:p>
          <a:endParaRPr lang="en-US"/>
        </a:p>
      </dgm:t>
    </dgm:pt>
    <dgm:pt modelId="{61614C0B-CF24-4114-A027-4429B8D05316}">
      <dgm:prSet/>
      <dgm:spPr/>
      <dgm:t>
        <a:bodyPr/>
        <a:lstStyle/>
        <a:p>
          <a:r>
            <a:rPr lang="en-US" dirty="0"/>
            <a:t>Investigate if predicted fraud probability &gt; 10%</a:t>
          </a:r>
        </a:p>
      </dgm:t>
    </dgm:pt>
    <dgm:pt modelId="{0A76D654-CFB7-4357-B899-1A44BB8A7D78}" type="parTrans" cxnId="{B9A19621-1A5F-4E1E-98AE-92E1F9420487}">
      <dgm:prSet/>
      <dgm:spPr/>
      <dgm:t>
        <a:bodyPr/>
        <a:lstStyle/>
        <a:p>
          <a:endParaRPr lang="en-US"/>
        </a:p>
      </dgm:t>
    </dgm:pt>
    <dgm:pt modelId="{7BCAF264-366E-40E0-A4BF-3531DF50FC4F}" type="sibTrans" cxnId="{B9A19621-1A5F-4E1E-98AE-92E1F9420487}">
      <dgm:prSet/>
      <dgm:spPr/>
      <dgm:t>
        <a:bodyPr/>
        <a:lstStyle/>
        <a:p>
          <a:endParaRPr lang="en-US"/>
        </a:p>
      </dgm:t>
    </dgm:pt>
    <dgm:pt modelId="{0F5B81AC-AE4E-4F6F-9F6A-6D243DB715F5}" type="pres">
      <dgm:prSet presAssocID="{637EFD4C-0209-4A2B-9695-89975390B292}" presName="linear" presStyleCnt="0">
        <dgm:presLayoutVars>
          <dgm:animLvl val="lvl"/>
          <dgm:resizeHandles val="exact"/>
        </dgm:presLayoutVars>
      </dgm:prSet>
      <dgm:spPr/>
    </dgm:pt>
    <dgm:pt modelId="{12A88A27-96C3-4E60-A455-62E089719213}" type="pres">
      <dgm:prSet presAssocID="{6C773027-BDBB-4B14-9BDC-E6BF7FFB6C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F9BB3F-EC55-4499-B3C8-CD099A310203}" type="pres">
      <dgm:prSet presAssocID="{3577369F-C61F-4530-B2C3-3844C95923A9}" presName="spacer" presStyleCnt="0"/>
      <dgm:spPr/>
    </dgm:pt>
    <dgm:pt modelId="{C4B9E6B7-844E-4E43-AF8B-E9E04EF3F989}" type="pres">
      <dgm:prSet presAssocID="{982ECFD3-1F78-4638-A81B-2F225A4B63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76E78B-461B-4DAF-8799-C26E5A5948F7}" type="pres">
      <dgm:prSet presAssocID="{A2E0F79A-CD1A-4F19-82B0-9AAB523899C7}" presName="spacer" presStyleCnt="0"/>
      <dgm:spPr/>
    </dgm:pt>
    <dgm:pt modelId="{54555191-EDDD-45AA-8819-1FF3147B1F34}" type="pres">
      <dgm:prSet presAssocID="{BAD62DD1-4285-49C4-808A-67CFA33F207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C07134-8999-4012-B630-8D3AA811F775}" type="pres">
      <dgm:prSet presAssocID="{6E7BB1E3-7A78-45D6-B716-BE90E0798E7A}" presName="spacer" presStyleCnt="0"/>
      <dgm:spPr/>
    </dgm:pt>
    <dgm:pt modelId="{28378A09-EEAF-4418-A508-BC430E87FE1B}" type="pres">
      <dgm:prSet presAssocID="{61614C0B-CF24-4114-A027-4429B8D053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54FFA06-1891-4429-9B3B-D1980F07A12C}" type="presOf" srcId="{637EFD4C-0209-4A2B-9695-89975390B292}" destId="{0F5B81AC-AE4E-4F6F-9F6A-6D243DB715F5}" srcOrd="0" destOrd="0" presId="urn:microsoft.com/office/officeart/2005/8/layout/vList2"/>
    <dgm:cxn modelId="{B9A19621-1A5F-4E1E-98AE-92E1F9420487}" srcId="{637EFD4C-0209-4A2B-9695-89975390B292}" destId="{61614C0B-CF24-4114-A027-4429B8D05316}" srcOrd="3" destOrd="0" parTransId="{0A76D654-CFB7-4357-B899-1A44BB8A7D78}" sibTransId="{7BCAF264-366E-40E0-A4BF-3531DF50FC4F}"/>
    <dgm:cxn modelId="{4DCDA944-122C-4E29-B761-C7E6D90AAD35}" type="presOf" srcId="{6C773027-BDBB-4B14-9BDC-E6BF7FFB6C95}" destId="{12A88A27-96C3-4E60-A455-62E089719213}" srcOrd="0" destOrd="0" presId="urn:microsoft.com/office/officeart/2005/8/layout/vList2"/>
    <dgm:cxn modelId="{D8830550-E7F0-4624-9766-AABD0D75FEA7}" type="presOf" srcId="{61614C0B-CF24-4114-A027-4429B8D05316}" destId="{28378A09-EEAF-4418-A508-BC430E87FE1B}" srcOrd="0" destOrd="0" presId="urn:microsoft.com/office/officeart/2005/8/layout/vList2"/>
    <dgm:cxn modelId="{0B5F7676-EAFE-4426-8154-1A5D75FB1F91}" type="presOf" srcId="{982ECFD3-1F78-4638-A81B-2F225A4B6376}" destId="{C4B9E6B7-844E-4E43-AF8B-E9E04EF3F989}" srcOrd="0" destOrd="0" presId="urn:microsoft.com/office/officeart/2005/8/layout/vList2"/>
    <dgm:cxn modelId="{7FEA5959-91F4-48E7-A8B6-A91F431700FE}" srcId="{637EFD4C-0209-4A2B-9695-89975390B292}" destId="{6C773027-BDBB-4B14-9BDC-E6BF7FFB6C95}" srcOrd="0" destOrd="0" parTransId="{59ABEC89-82A6-4E99-AA8C-6B49B9E0A6E2}" sibTransId="{3577369F-C61F-4530-B2C3-3844C95923A9}"/>
    <dgm:cxn modelId="{83443191-9159-4BF8-8321-2C5CF1FFC8AE}" srcId="{637EFD4C-0209-4A2B-9695-89975390B292}" destId="{982ECFD3-1F78-4638-A81B-2F225A4B6376}" srcOrd="1" destOrd="0" parTransId="{5DBA9F30-E80F-49FD-99B3-756D1BEA02CD}" sibTransId="{A2E0F79A-CD1A-4F19-82B0-9AAB523899C7}"/>
    <dgm:cxn modelId="{A9CE09C9-BAC3-478C-A8B0-92178FEE89FA}" srcId="{637EFD4C-0209-4A2B-9695-89975390B292}" destId="{BAD62DD1-4285-49C4-808A-67CFA33F207C}" srcOrd="2" destOrd="0" parTransId="{9F6C0EC3-65E8-4886-A765-E281F01C00A4}" sibTransId="{6E7BB1E3-7A78-45D6-B716-BE90E0798E7A}"/>
    <dgm:cxn modelId="{575274CA-BE1D-4EF2-B780-55E627491FB9}" type="presOf" srcId="{BAD62DD1-4285-49C4-808A-67CFA33F207C}" destId="{54555191-EDDD-45AA-8819-1FF3147B1F34}" srcOrd="0" destOrd="0" presId="urn:microsoft.com/office/officeart/2005/8/layout/vList2"/>
    <dgm:cxn modelId="{78E5038B-6AFE-4BB6-981E-369A6D1514B5}" type="presParOf" srcId="{0F5B81AC-AE4E-4F6F-9F6A-6D243DB715F5}" destId="{12A88A27-96C3-4E60-A455-62E089719213}" srcOrd="0" destOrd="0" presId="urn:microsoft.com/office/officeart/2005/8/layout/vList2"/>
    <dgm:cxn modelId="{53D4627E-BC50-4F5C-8C06-82F3C4DA1D7B}" type="presParOf" srcId="{0F5B81AC-AE4E-4F6F-9F6A-6D243DB715F5}" destId="{59F9BB3F-EC55-4499-B3C8-CD099A310203}" srcOrd="1" destOrd="0" presId="urn:microsoft.com/office/officeart/2005/8/layout/vList2"/>
    <dgm:cxn modelId="{F103FA2B-265D-41A6-B129-1C81DA0D3F1E}" type="presParOf" srcId="{0F5B81AC-AE4E-4F6F-9F6A-6D243DB715F5}" destId="{C4B9E6B7-844E-4E43-AF8B-E9E04EF3F989}" srcOrd="2" destOrd="0" presId="urn:microsoft.com/office/officeart/2005/8/layout/vList2"/>
    <dgm:cxn modelId="{8AD6CBC4-4651-4530-AF79-EA588046E41D}" type="presParOf" srcId="{0F5B81AC-AE4E-4F6F-9F6A-6D243DB715F5}" destId="{3D76E78B-461B-4DAF-8799-C26E5A5948F7}" srcOrd="3" destOrd="0" presId="urn:microsoft.com/office/officeart/2005/8/layout/vList2"/>
    <dgm:cxn modelId="{B40720EF-40C3-49DA-94FF-E872C5196A5F}" type="presParOf" srcId="{0F5B81AC-AE4E-4F6F-9F6A-6D243DB715F5}" destId="{54555191-EDDD-45AA-8819-1FF3147B1F34}" srcOrd="4" destOrd="0" presId="urn:microsoft.com/office/officeart/2005/8/layout/vList2"/>
    <dgm:cxn modelId="{2F89B782-8503-493B-BC2C-7BA359E91BC3}" type="presParOf" srcId="{0F5B81AC-AE4E-4F6F-9F6A-6D243DB715F5}" destId="{E6C07134-8999-4012-B630-8D3AA811F775}" srcOrd="5" destOrd="0" presId="urn:microsoft.com/office/officeart/2005/8/layout/vList2"/>
    <dgm:cxn modelId="{02E71683-61AB-4EFE-9B26-DAC0CD3A846C}" type="presParOf" srcId="{0F5B81AC-AE4E-4F6F-9F6A-6D243DB715F5}" destId="{28378A09-EEAF-4418-A508-BC430E87FE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DC1CE9-5F36-44F7-B445-9BB17EABD5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6870520-EBC8-4312-9C01-ACCF23B8B8DB}">
      <dgm:prSet/>
      <dgm:spPr/>
      <dgm:t>
        <a:bodyPr/>
        <a:lstStyle/>
        <a:p>
          <a:r>
            <a:rPr lang="en-US" b="1"/>
            <a:t>Key Result</a:t>
          </a:r>
          <a:endParaRPr lang="en-US"/>
        </a:p>
      </dgm:t>
    </dgm:pt>
    <dgm:pt modelId="{76245C6C-0A21-46A7-8692-9778FEF55660}" type="parTrans" cxnId="{7AAD5E04-6F4E-4E55-BE9D-E62F2BE7BC45}">
      <dgm:prSet/>
      <dgm:spPr/>
      <dgm:t>
        <a:bodyPr/>
        <a:lstStyle/>
        <a:p>
          <a:endParaRPr lang="en-US"/>
        </a:p>
      </dgm:t>
    </dgm:pt>
    <dgm:pt modelId="{5DD42E5E-E968-471F-A8DC-DA72149BF689}" type="sibTrans" cxnId="{7AAD5E04-6F4E-4E55-BE9D-E62F2BE7BC45}">
      <dgm:prSet/>
      <dgm:spPr/>
      <dgm:t>
        <a:bodyPr/>
        <a:lstStyle/>
        <a:p>
          <a:endParaRPr lang="en-US"/>
        </a:p>
      </dgm:t>
    </dgm:pt>
    <dgm:pt modelId="{1D7EE720-EA88-4CDC-8E38-932B52E75935}">
      <dgm:prSet/>
      <dgm:spPr/>
      <dgm:t>
        <a:bodyPr/>
        <a:lstStyle/>
        <a:p>
          <a:r>
            <a:rPr lang="en-US"/>
            <a:t>Predicted fraud probability: </a:t>
          </a:r>
          <a:r>
            <a:rPr lang="en-US" b="1"/>
            <a:t>22%</a:t>
          </a:r>
          <a:r>
            <a:rPr lang="en-US"/>
            <a:t> </a:t>
          </a:r>
        </a:p>
      </dgm:t>
    </dgm:pt>
    <dgm:pt modelId="{739BB190-6BAF-48DA-A7E0-DD436C46FAF0}" type="parTrans" cxnId="{F5F7EE51-53E4-42AF-B882-B315B3010F92}">
      <dgm:prSet/>
      <dgm:spPr/>
      <dgm:t>
        <a:bodyPr/>
        <a:lstStyle/>
        <a:p>
          <a:endParaRPr lang="en-US"/>
        </a:p>
      </dgm:t>
    </dgm:pt>
    <dgm:pt modelId="{0356F3C8-F85C-4544-815E-E59E4408C85B}" type="sibTrans" cxnId="{F5F7EE51-53E4-42AF-B882-B315B3010F92}">
      <dgm:prSet/>
      <dgm:spPr/>
      <dgm:t>
        <a:bodyPr/>
        <a:lstStyle/>
        <a:p>
          <a:endParaRPr lang="en-US"/>
        </a:p>
      </dgm:t>
    </dgm:pt>
    <dgm:pt modelId="{C001B772-7500-452A-A51B-5AB6C1691B7B}">
      <dgm:prSet/>
      <dgm:spPr/>
      <dgm:t>
        <a:bodyPr/>
        <a:lstStyle/>
        <a:p>
          <a:r>
            <a:rPr lang="en-US"/>
            <a:t>Decision threshold: </a:t>
          </a:r>
          <a:r>
            <a:rPr lang="en-US" b="1"/>
            <a:t>10%</a:t>
          </a:r>
          <a:endParaRPr lang="en-US"/>
        </a:p>
      </dgm:t>
    </dgm:pt>
    <dgm:pt modelId="{F578677A-6253-4998-842B-2DD5EB101DD4}" type="parTrans" cxnId="{F7496694-1037-49F9-805D-B4D98102C21C}">
      <dgm:prSet/>
      <dgm:spPr/>
      <dgm:t>
        <a:bodyPr/>
        <a:lstStyle/>
        <a:p>
          <a:endParaRPr lang="en-US"/>
        </a:p>
      </dgm:t>
    </dgm:pt>
    <dgm:pt modelId="{B5894B03-17AD-4C7B-944E-31EB85ED7A62}" type="sibTrans" cxnId="{F7496694-1037-49F9-805D-B4D98102C21C}">
      <dgm:prSet/>
      <dgm:spPr/>
      <dgm:t>
        <a:bodyPr/>
        <a:lstStyle/>
        <a:p>
          <a:endParaRPr lang="en-US"/>
        </a:p>
      </dgm:t>
    </dgm:pt>
    <dgm:pt modelId="{B0E610A7-78E5-4B58-994B-FD786F807029}">
      <dgm:prSet/>
      <dgm:spPr/>
      <dgm:t>
        <a:bodyPr/>
        <a:lstStyle/>
        <a:p>
          <a:r>
            <a:rPr lang="en-US" b="1"/>
            <a:t>Decision</a:t>
          </a:r>
          <a:endParaRPr lang="en-US"/>
        </a:p>
      </dgm:t>
    </dgm:pt>
    <dgm:pt modelId="{5E94511F-55CD-4BBE-8EE9-0B1E6BF252D2}" type="parTrans" cxnId="{81AB36BB-79F7-41B6-A60F-9F45C99E7716}">
      <dgm:prSet/>
      <dgm:spPr/>
      <dgm:t>
        <a:bodyPr/>
        <a:lstStyle/>
        <a:p>
          <a:endParaRPr lang="en-US"/>
        </a:p>
      </dgm:t>
    </dgm:pt>
    <dgm:pt modelId="{215B57D0-26DF-4E2D-86E1-4361AC477094}" type="sibTrans" cxnId="{81AB36BB-79F7-41B6-A60F-9F45C99E7716}">
      <dgm:prSet/>
      <dgm:spPr/>
      <dgm:t>
        <a:bodyPr/>
        <a:lstStyle/>
        <a:p>
          <a:endParaRPr lang="en-US"/>
        </a:p>
      </dgm:t>
    </dgm:pt>
    <dgm:pt modelId="{17DE9CA9-A65E-406E-A919-C0F0E0468D31}">
      <dgm:prSet/>
      <dgm:spPr/>
      <dgm:t>
        <a:bodyPr/>
        <a:lstStyle/>
        <a:p>
          <a:r>
            <a:rPr lang="en-US" b="1"/>
            <a:t>Investigate this claim</a:t>
          </a:r>
          <a:endParaRPr lang="en-US"/>
        </a:p>
      </dgm:t>
    </dgm:pt>
    <dgm:pt modelId="{1C1EAD6B-0DE6-437C-B92F-37BBE7518CC4}" type="parTrans" cxnId="{99FDB3D1-41AF-4183-B5B9-D610E3C8B067}">
      <dgm:prSet/>
      <dgm:spPr/>
      <dgm:t>
        <a:bodyPr/>
        <a:lstStyle/>
        <a:p>
          <a:endParaRPr lang="en-US"/>
        </a:p>
      </dgm:t>
    </dgm:pt>
    <dgm:pt modelId="{DC674367-3AF2-4379-AD7E-6157962D1056}" type="sibTrans" cxnId="{99FDB3D1-41AF-4183-B5B9-D610E3C8B067}">
      <dgm:prSet/>
      <dgm:spPr/>
      <dgm:t>
        <a:bodyPr/>
        <a:lstStyle/>
        <a:p>
          <a:endParaRPr lang="en-US"/>
        </a:p>
      </dgm:t>
    </dgm:pt>
    <dgm:pt modelId="{AB6A784B-253B-4E46-AC1E-9C2BBF4DE44C}">
      <dgm:prSet/>
      <dgm:spPr/>
      <dgm:t>
        <a:bodyPr/>
        <a:lstStyle/>
        <a:p>
          <a:r>
            <a:rPr lang="en-US" b="1"/>
            <a:t>Why?</a:t>
          </a:r>
          <a:endParaRPr lang="en-US"/>
        </a:p>
      </dgm:t>
    </dgm:pt>
    <dgm:pt modelId="{B0E45F2D-1859-49D3-B051-045B68862A63}" type="parTrans" cxnId="{7A2BC170-9188-40F9-9964-0CEA740BE090}">
      <dgm:prSet/>
      <dgm:spPr/>
      <dgm:t>
        <a:bodyPr/>
        <a:lstStyle/>
        <a:p>
          <a:endParaRPr lang="en-US"/>
        </a:p>
      </dgm:t>
    </dgm:pt>
    <dgm:pt modelId="{0BEFF407-71C3-421E-92F3-825138EEC214}" type="sibTrans" cxnId="{7A2BC170-9188-40F9-9964-0CEA740BE090}">
      <dgm:prSet/>
      <dgm:spPr/>
      <dgm:t>
        <a:bodyPr/>
        <a:lstStyle/>
        <a:p>
          <a:endParaRPr lang="en-US"/>
        </a:p>
      </dgm:t>
    </dgm:pt>
    <dgm:pt modelId="{68B09068-0995-43B5-B47C-79F5181B3D7D}">
      <dgm:prSet/>
      <dgm:spPr/>
      <dgm:t>
        <a:bodyPr/>
        <a:lstStyle/>
        <a:p>
          <a:r>
            <a:rPr lang="en-US"/>
            <a:t>22% &gt; 10% → exceeds threshold </a:t>
          </a:r>
        </a:p>
      </dgm:t>
    </dgm:pt>
    <dgm:pt modelId="{64FDC370-7185-4D36-A645-E1D308D629E7}" type="parTrans" cxnId="{40D17450-1DB0-47DA-BB4B-75BC846F8459}">
      <dgm:prSet/>
      <dgm:spPr/>
      <dgm:t>
        <a:bodyPr/>
        <a:lstStyle/>
        <a:p>
          <a:endParaRPr lang="en-US"/>
        </a:p>
      </dgm:t>
    </dgm:pt>
    <dgm:pt modelId="{28FDFCE6-FB9A-4B4C-ABAD-E1085EAE172F}" type="sibTrans" cxnId="{40D17450-1DB0-47DA-BB4B-75BC846F8459}">
      <dgm:prSet/>
      <dgm:spPr/>
      <dgm:t>
        <a:bodyPr/>
        <a:lstStyle/>
        <a:p>
          <a:endParaRPr lang="en-US"/>
        </a:p>
      </dgm:t>
    </dgm:pt>
    <dgm:pt modelId="{E3324539-B9DA-45EF-A935-2865D249E45C}">
      <dgm:prSet/>
      <dgm:spPr/>
      <dgm:t>
        <a:bodyPr/>
        <a:lstStyle/>
        <a:p>
          <a:r>
            <a:rPr lang="en-US"/>
            <a:t>Lower expected cost compared to not investigating</a:t>
          </a:r>
        </a:p>
      </dgm:t>
    </dgm:pt>
    <dgm:pt modelId="{F6A13FD0-B22C-4D57-83A1-92388AAEE598}" type="parTrans" cxnId="{0640D57E-E6A2-4F1C-81AD-3A0FAC146AEB}">
      <dgm:prSet/>
      <dgm:spPr/>
      <dgm:t>
        <a:bodyPr/>
        <a:lstStyle/>
        <a:p>
          <a:endParaRPr lang="en-US"/>
        </a:p>
      </dgm:t>
    </dgm:pt>
    <dgm:pt modelId="{DE3940FA-3D20-428A-87C3-ABBCBFA6514B}" type="sibTrans" cxnId="{0640D57E-E6A2-4F1C-81AD-3A0FAC146AEB}">
      <dgm:prSet/>
      <dgm:spPr/>
      <dgm:t>
        <a:bodyPr/>
        <a:lstStyle/>
        <a:p>
          <a:endParaRPr lang="en-US"/>
        </a:p>
      </dgm:t>
    </dgm:pt>
    <dgm:pt modelId="{1FAE5112-9152-4B73-B79C-0C68B680D0FC}" type="pres">
      <dgm:prSet presAssocID="{F3DC1CE9-5F36-44F7-B445-9BB17EABD56B}" presName="root" presStyleCnt="0">
        <dgm:presLayoutVars>
          <dgm:dir/>
          <dgm:resizeHandles val="exact"/>
        </dgm:presLayoutVars>
      </dgm:prSet>
      <dgm:spPr/>
    </dgm:pt>
    <dgm:pt modelId="{86E8BC0E-531D-4873-8E53-0A918EA6E247}" type="pres">
      <dgm:prSet presAssocID="{16870520-EBC8-4312-9C01-ACCF23B8B8DB}" presName="compNode" presStyleCnt="0"/>
      <dgm:spPr/>
    </dgm:pt>
    <dgm:pt modelId="{8D594768-267D-47AC-8B16-E8211DCBF500}" type="pres">
      <dgm:prSet presAssocID="{16870520-EBC8-4312-9C01-ACCF23B8B8DB}" presName="bgRect" presStyleLbl="bgShp" presStyleIdx="0" presStyleCnt="8"/>
      <dgm:spPr/>
    </dgm:pt>
    <dgm:pt modelId="{8196E523-470A-4769-B72A-C283542A7E59}" type="pres">
      <dgm:prSet presAssocID="{16870520-EBC8-4312-9C01-ACCF23B8B8DB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B121F91-6FEB-4491-B44B-8CBC48365A16}" type="pres">
      <dgm:prSet presAssocID="{16870520-EBC8-4312-9C01-ACCF23B8B8DB}" presName="spaceRect" presStyleCnt="0"/>
      <dgm:spPr/>
    </dgm:pt>
    <dgm:pt modelId="{C7E87B9E-B810-4EC9-9049-14B8982CFD16}" type="pres">
      <dgm:prSet presAssocID="{16870520-EBC8-4312-9C01-ACCF23B8B8DB}" presName="parTx" presStyleLbl="revTx" presStyleIdx="0" presStyleCnt="8">
        <dgm:presLayoutVars>
          <dgm:chMax val="0"/>
          <dgm:chPref val="0"/>
        </dgm:presLayoutVars>
      </dgm:prSet>
      <dgm:spPr/>
    </dgm:pt>
    <dgm:pt modelId="{31F72ECF-8BF9-4031-90F4-CE00BFBDDF63}" type="pres">
      <dgm:prSet presAssocID="{5DD42E5E-E968-471F-A8DC-DA72149BF689}" presName="sibTrans" presStyleCnt="0"/>
      <dgm:spPr/>
    </dgm:pt>
    <dgm:pt modelId="{E218826F-D953-4B7B-9692-2B0E8231A2E6}" type="pres">
      <dgm:prSet presAssocID="{1D7EE720-EA88-4CDC-8E38-932B52E75935}" presName="compNode" presStyleCnt="0"/>
      <dgm:spPr/>
    </dgm:pt>
    <dgm:pt modelId="{C42DD3DE-B2EB-4D6F-8388-D6F677F580A9}" type="pres">
      <dgm:prSet presAssocID="{1D7EE720-EA88-4CDC-8E38-932B52E75935}" presName="bgRect" presStyleLbl="bgShp" presStyleIdx="1" presStyleCnt="8"/>
      <dgm:spPr/>
    </dgm:pt>
    <dgm:pt modelId="{F0F84896-9E62-4E7D-B2A9-94C3DA7245F7}" type="pres">
      <dgm:prSet presAssocID="{1D7EE720-EA88-4CDC-8E38-932B52E75935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B170F235-5BA1-4C6D-9283-580D2BD6A499}" type="pres">
      <dgm:prSet presAssocID="{1D7EE720-EA88-4CDC-8E38-932B52E75935}" presName="spaceRect" presStyleCnt="0"/>
      <dgm:spPr/>
    </dgm:pt>
    <dgm:pt modelId="{48559344-930A-4028-A155-AADB8C8AF951}" type="pres">
      <dgm:prSet presAssocID="{1D7EE720-EA88-4CDC-8E38-932B52E75935}" presName="parTx" presStyleLbl="revTx" presStyleIdx="1" presStyleCnt="8">
        <dgm:presLayoutVars>
          <dgm:chMax val="0"/>
          <dgm:chPref val="0"/>
        </dgm:presLayoutVars>
      </dgm:prSet>
      <dgm:spPr/>
    </dgm:pt>
    <dgm:pt modelId="{3473796F-3082-4F71-AB22-074D6234DEEC}" type="pres">
      <dgm:prSet presAssocID="{0356F3C8-F85C-4544-815E-E59E4408C85B}" presName="sibTrans" presStyleCnt="0"/>
      <dgm:spPr/>
    </dgm:pt>
    <dgm:pt modelId="{47F982D2-0B4A-48FD-83E7-B4FACA497BA3}" type="pres">
      <dgm:prSet presAssocID="{C001B772-7500-452A-A51B-5AB6C1691B7B}" presName="compNode" presStyleCnt="0"/>
      <dgm:spPr/>
    </dgm:pt>
    <dgm:pt modelId="{BCEAE13F-C533-4280-8AC1-6F1982ACD85C}" type="pres">
      <dgm:prSet presAssocID="{C001B772-7500-452A-A51B-5AB6C1691B7B}" presName="bgRect" presStyleLbl="bgShp" presStyleIdx="2" presStyleCnt="8"/>
      <dgm:spPr/>
    </dgm:pt>
    <dgm:pt modelId="{BB0BE518-8D67-4B3B-B009-87B449BA8868}" type="pres">
      <dgm:prSet presAssocID="{C001B772-7500-452A-A51B-5AB6C1691B7B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2583AEB-5D3B-4C87-8F72-4E4F93DF6C2B}" type="pres">
      <dgm:prSet presAssocID="{C001B772-7500-452A-A51B-5AB6C1691B7B}" presName="spaceRect" presStyleCnt="0"/>
      <dgm:spPr/>
    </dgm:pt>
    <dgm:pt modelId="{54C8E385-BC31-4539-9FE2-57BDA982F69C}" type="pres">
      <dgm:prSet presAssocID="{C001B772-7500-452A-A51B-5AB6C1691B7B}" presName="parTx" presStyleLbl="revTx" presStyleIdx="2" presStyleCnt="8">
        <dgm:presLayoutVars>
          <dgm:chMax val="0"/>
          <dgm:chPref val="0"/>
        </dgm:presLayoutVars>
      </dgm:prSet>
      <dgm:spPr/>
    </dgm:pt>
    <dgm:pt modelId="{477D9D55-1FF9-4BBC-8622-0A77FB33637E}" type="pres">
      <dgm:prSet presAssocID="{B5894B03-17AD-4C7B-944E-31EB85ED7A62}" presName="sibTrans" presStyleCnt="0"/>
      <dgm:spPr/>
    </dgm:pt>
    <dgm:pt modelId="{188D0ECF-F581-4095-86B7-15F1041264B2}" type="pres">
      <dgm:prSet presAssocID="{B0E610A7-78E5-4B58-994B-FD786F807029}" presName="compNode" presStyleCnt="0"/>
      <dgm:spPr/>
    </dgm:pt>
    <dgm:pt modelId="{796DCD7E-EBF8-414F-9368-E4ADA97B4DA3}" type="pres">
      <dgm:prSet presAssocID="{B0E610A7-78E5-4B58-994B-FD786F807029}" presName="bgRect" presStyleLbl="bgShp" presStyleIdx="3" presStyleCnt="8"/>
      <dgm:spPr/>
    </dgm:pt>
    <dgm:pt modelId="{5A1DAC40-D3D4-4E8B-814A-617FAC4B7725}" type="pres">
      <dgm:prSet presAssocID="{B0E610A7-78E5-4B58-994B-FD786F807029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E015FA44-29E3-49F3-A670-5AD7B5DB2028}" type="pres">
      <dgm:prSet presAssocID="{B0E610A7-78E5-4B58-994B-FD786F807029}" presName="spaceRect" presStyleCnt="0"/>
      <dgm:spPr/>
    </dgm:pt>
    <dgm:pt modelId="{79413487-2865-411C-852B-C61B827990B0}" type="pres">
      <dgm:prSet presAssocID="{B0E610A7-78E5-4B58-994B-FD786F807029}" presName="parTx" presStyleLbl="revTx" presStyleIdx="3" presStyleCnt="8">
        <dgm:presLayoutVars>
          <dgm:chMax val="0"/>
          <dgm:chPref val="0"/>
        </dgm:presLayoutVars>
      </dgm:prSet>
      <dgm:spPr/>
    </dgm:pt>
    <dgm:pt modelId="{96AA555E-C3A0-49C5-9E3C-428764B6CFAA}" type="pres">
      <dgm:prSet presAssocID="{215B57D0-26DF-4E2D-86E1-4361AC477094}" presName="sibTrans" presStyleCnt="0"/>
      <dgm:spPr/>
    </dgm:pt>
    <dgm:pt modelId="{7EA89839-BC4F-4481-B665-F781F447B0EA}" type="pres">
      <dgm:prSet presAssocID="{17DE9CA9-A65E-406E-A919-C0F0E0468D31}" presName="compNode" presStyleCnt="0"/>
      <dgm:spPr/>
    </dgm:pt>
    <dgm:pt modelId="{C8757593-D4BC-4AC3-A761-6C575820A3CB}" type="pres">
      <dgm:prSet presAssocID="{17DE9CA9-A65E-406E-A919-C0F0E0468D31}" presName="bgRect" presStyleLbl="bgShp" presStyleIdx="4" presStyleCnt="8"/>
      <dgm:spPr/>
    </dgm:pt>
    <dgm:pt modelId="{B54D388E-BF60-4744-A0E0-CA259B258E00}" type="pres">
      <dgm:prSet presAssocID="{17DE9CA9-A65E-406E-A919-C0F0E0468D31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8053D38-D8F7-4A16-955C-65FC34CA7666}" type="pres">
      <dgm:prSet presAssocID="{17DE9CA9-A65E-406E-A919-C0F0E0468D31}" presName="spaceRect" presStyleCnt="0"/>
      <dgm:spPr/>
    </dgm:pt>
    <dgm:pt modelId="{6650DB3F-335A-4FF9-8175-7CF8AC179D01}" type="pres">
      <dgm:prSet presAssocID="{17DE9CA9-A65E-406E-A919-C0F0E0468D31}" presName="parTx" presStyleLbl="revTx" presStyleIdx="4" presStyleCnt="8">
        <dgm:presLayoutVars>
          <dgm:chMax val="0"/>
          <dgm:chPref val="0"/>
        </dgm:presLayoutVars>
      </dgm:prSet>
      <dgm:spPr/>
    </dgm:pt>
    <dgm:pt modelId="{AE2BE57D-98D4-496C-BA0B-DC64CD8E447E}" type="pres">
      <dgm:prSet presAssocID="{DC674367-3AF2-4379-AD7E-6157962D1056}" presName="sibTrans" presStyleCnt="0"/>
      <dgm:spPr/>
    </dgm:pt>
    <dgm:pt modelId="{81BD10B0-B701-44F7-839E-D5E10F954506}" type="pres">
      <dgm:prSet presAssocID="{AB6A784B-253B-4E46-AC1E-9C2BBF4DE44C}" presName="compNode" presStyleCnt="0"/>
      <dgm:spPr/>
    </dgm:pt>
    <dgm:pt modelId="{526C44A0-134A-4B9D-841C-E3946ABB68DF}" type="pres">
      <dgm:prSet presAssocID="{AB6A784B-253B-4E46-AC1E-9C2BBF4DE44C}" presName="bgRect" presStyleLbl="bgShp" presStyleIdx="5" presStyleCnt="8"/>
      <dgm:spPr/>
    </dgm:pt>
    <dgm:pt modelId="{605638CD-D362-441D-A02F-E6CFCFA0307F}" type="pres">
      <dgm:prSet presAssocID="{AB6A784B-253B-4E46-AC1E-9C2BBF4DE44C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F48CF4AC-885E-4B3D-9F46-52FD24DE2F32}" type="pres">
      <dgm:prSet presAssocID="{AB6A784B-253B-4E46-AC1E-9C2BBF4DE44C}" presName="spaceRect" presStyleCnt="0"/>
      <dgm:spPr/>
    </dgm:pt>
    <dgm:pt modelId="{A3EE8D87-B8FE-4ADB-83A2-45E987C668C7}" type="pres">
      <dgm:prSet presAssocID="{AB6A784B-253B-4E46-AC1E-9C2BBF4DE44C}" presName="parTx" presStyleLbl="revTx" presStyleIdx="5" presStyleCnt="8">
        <dgm:presLayoutVars>
          <dgm:chMax val="0"/>
          <dgm:chPref val="0"/>
        </dgm:presLayoutVars>
      </dgm:prSet>
      <dgm:spPr/>
    </dgm:pt>
    <dgm:pt modelId="{2C154726-45F1-4562-B086-B645883D21F0}" type="pres">
      <dgm:prSet presAssocID="{0BEFF407-71C3-421E-92F3-825138EEC214}" presName="sibTrans" presStyleCnt="0"/>
      <dgm:spPr/>
    </dgm:pt>
    <dgm:pt modelId="{2658FF28-7318-4F9E-9C14-7A85E185B3D9}" type="pres">
      <dgm:prSet presAssocID="{68B09068-0995-43B5-B47C-79F5181B3D7D}" presName="compNode" presStyleCnt="0"/>
      <dgm:spPr/>
    </dgm:pt>
    <dgm:pt modelId="{07E46941-B275-473D-8D6B-CE1587D65B9F}" type="pres">
      <dgm:prSet presAssocID="{68B09068-0995-43B5-B47C-79F5181B3D7D}" presName="bgRect" presStyleLbl="bgShp" presStyleIdx="6" presStyleCnt="8"/>
      <dgm:spPr/>
    </dgm:pt>
    <dgm:pt modelId="{972BF07E-1D01-4F31-A934-EDF6704D3C1F}" type="pres">
      <dgm:prSet presAssocID="{68B09068-0995-43B5-B47C-79F5181B3D7D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782DEBD-8A31-4183-A9E5-89A4B340204B}" type="pres">
      <dgm:prSet presAssocID="{68B09068-0995-43B5-B47C-79F5181B3D7D}" presName="spaceRect" presStyleCnt="0"/>
      <dgm:spPr/>
    </dgm:pt>
    <dgm:pt modelId="{B16B5988-39F7-43BC-BFC1-DF94C02D45E6}" type="pres">
      <dgm:prSet presAssocID="{68B09068-0995-43B5-B47C-79F5181B3D7D}" presName="parTx" presStyleLbl="revTx" presStyleIdx="6" presStyleCnt="8">
        <dgm:presLayoutVars>
          <dgm:chMax val="0"/>
          <dgm:chPref val="0"/>
        </dgm:presLayoutVars>
      </dgm:prSet>
      <dgm:spPr/>
    </dgm:pt>
    <dgm:pt modelId="{AECF4724-E6EC-4101-AE80-4EE89A67ECA0}" type="pres">
      <dgm:prSet presAssocID="{28FDFCE6-FB9A-4B4C-ABAD-E1085EAE172F}" presName="sibTrans" presStyleCnt="0"/>
      <dgm:spPr/>
    </dgm:pt>
    <dgm:pt modelId="{54DB8D81-74C8-4783-AC3C-8FBCC4297DCA}" type="pres">
      <dgm:prSet presAssocID="{E3324539-B9DA-45EF-A935-2865D249E45C}" presName="compNode" presStyleCnt="0"/>
      <dgm:spPr/>
    </dgm:pt>
    <dgm:pt modelId="{E27DB7F1-27A2-4A47-94EF-F0E0CFFEEF0F}" type="pres">
      <dgm:prSet presAssocID="{E3324539-B9DA-45EF-A935-2865D249E45C}" presName="bgRect" presStyleLbl="bgShp" presStyleIdx="7" presStyleCnt="8"/>
      <dgm:spPr/>
    </dgm:pt>
    <dgm:pt modelId="{D285F994-102D-4CB0-8BA3-765B53DF2047}" type="pres">
      <dgm:prSet presAssocID="{E3324539-B9DA-45EF-A935-2865D249E45C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FE00965-3778-4FD4-981C-41CCF5481873}" type="pres">
      <dgm:prSet presAssocID="{E3324539-B9DA-45EF-A935-2865D249E45C}" presName="spaceRect" presStyleCnt="0"/>
      <dgm:spPr/>
    </dgm:pt>
    <dgm:pt modelId="{4C87FB34-C7FC-4629-8496-BC3B4E9A1F63}" type="pres">
      <dgm:prSet presAssocID="{E3324539-B9DA-45EF-A935-2865D249E45C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7AAD5E04-6F4E-4E55-BE9D-E62F2BE7BC45}" srcId="{F3DC1CE9-5F36-44F7-B445-9BB17EABD56B}" destId="{16870520-EBC8-4312-9C01-ACCF23B8B8DB}" srcOrd="0" destOrd="0" parTransId="{76245C6C-0A21-46A7-8692-9778FEF55660}" sibTransId="{5DD42E5E-E968-471F-A8DC-DA72149BF689}"/>
    <dgm:cxn modelId="{DED74017-734A-4C6F-8E2A-B6460BFB762E}" type="presOf" srcId="{F3DC1CE9-5F36-44F7-B445-9BB17EABD56B}" destId="{1FAE5112-9152-4B73-B79C-0C68B680D0FC}" srcOrd="0" destOrd="0" presId="urn:microsoft.com/office/officeart/2018/2/layout/IconVerticalSolidList"/>
    <dgm:cxn modelId="{4533BC66-85DD-4C8B-B913-9149F3EE3A10}" type="presOf" srcId="{17DE9CA9-A65E-406E-A919-C0F0E0468D31}" destId="{6650DB3F-335A-4FF9-8175-7CF8AC179D01}" srcOrd="0" destOrd="0" presId="urn:microsoft.com/office/officeart/2018/2/layout/IconVerticalSolidList"/>
    <dgm:cxn modelId="{3B1A9F4F-2A09-4107-A9B0-C301B20C22F0}" type="presOf" srcId="{B0E610A7-78E5-4B58-994B-FD786F807029}" destId="{79413487-2865-411C-852B-C61B827990B0}" srcOrd="0" destOrd="0" presId="urn:microsoft.com/office/officeart/2018/2/layout/IconVerticalSolidList"/>
    <dgm:cxn modelId="{40D17450-1DB0-47DA-BB4B-75BC846F8459}" srcId="{F3DC1CE9-5F36-44F7-B445-9BB17EABD56B}" destId="{68B09068-0995-43B5-B47C-79F5181B3D7D}" srcOrd="6" destOrd="0" parTransId="{64FDC370-7185-4D36-A645-E1D308D629E7}" sibTransId="{28FDFCE6-FB9A-4B4C-ABAD-E1085EAE172F}"/>
    <dgm:cxn modelId="{7A2BC170-9188-40F9-9964-0CEA740BE090}" srcId="{F3DC1CE9-5F36-44F7-B445-9BB17EABD56B}" destId="{AB6A784B-253B-4E46-AC1E-9C2BBF4DE44C}" srcOrd="5" destOrd="0" parTransId="{B0E45F2D-1859-49D3-B051-045B68862A63}" sibTransId="{0BEFF407-71C3-421E-92F3-825138EEC214}"/>
    <dgm:cxn modelId="{F5F7EE51-53E4-42AF-B882-B315B3010F92}" srcId="{F3DC1CE9-5F36-44F7-B445-9BB17EABD56B}" destId="{1D7EE720-EA88-4CDC-8E38-932B52E75935}" srcOrd="1" destOrd="0" parTransId="{739BB190-6BAF-48DA-A7E0-DD436C46FAF0}" sibTransId="{0356F3C8-F85C-4544-815E-E59E4408C85B}"/>
    <dgm:cxn modelId="{A41B9C58-9708-4F9E-AB39-4E7AAD28042F}" type="presOf" srcId="{68B09068-0995-43B5-B47C-79F5181B3D7D}" destId="{B16B5988-39F7-43BC-BFC1-DF94C02D45E6}" srcOrd="0" destOrd="0" presId="urn:microsoft.com/office/officeart/2018/2/layout/IconVerticalSolidList"/>
    <dgm:cxn modelId="{0640D57E-E6A2-4F1C-81AD-3A0FAC146AEB}" srcId="{F3DC1CE9-5F36-44F7-B445-9BB17EABD56B}" destId="{E3324539-B9DA-45EF-A935-2865D249E45C}" srcOrd="7" destOrd="0" parTransId="{F6A13FD0-B22C-4D57-83A1-92388AAEE598}" sibTransId="{DE3940FA-3D20-428A-87C3-ABBCBFA6514B}"/>
    <dgm:cxn modelId="{EBA97C7F-64FE-41F8-9FA0-48D807122073}" type="presOf" srcId="{1D7EE720-EA88-4CDC-8E38-932B52E75935}" destId="{48559344-930A-4028-A155-AADB8C8AF951}" srcOrd="0" destOrd="0" presId="urn:microsoft.com/office/officeart/2018/2/layout/IconVerticalSolidList"/>
    <dgm:cxn modelId="{F7496694-1037-49F9-805D-B4D98102C21C}" srcId="{F3DC1CE9-5F36-44F7-B445-9BB17EABD56B}" destId="{C001B772-7500-452A-A51B-5AB6C1691B7B}" srcOrd="2" destOrd="0" parTransId="{F578677A-6253-4998-842B-2DD5EB101DD4}" sibTransId="{B5894B03-17AD-4C7B-944E-31EB85ED7A62}"/>
    <dgm:cxn modelId="{6AA4839F-49DD-4C62-A2AF-ADD882C88CB3}" type="presOf" srcId="{AB6A784B-253B-4E46-AC1E-9C2BBF4DE44C}" destId="{A3EE8D87-B8FE-4ADB-83A2-45E987C668C7}" srcOrd="0" destOrd="0" presId="urn:microsoft.com/office/officeart/2018/2/layout/IconVerticalSolidList"/>
    <dgm:cxn modelId="{81AB36BB-79F7-41B6-A60F-9F45C99E7716}" srcId="{F3DC1CE9-5F36-44F7-B445-9BB17EABD56B}" destId="{B0E610A7-78E5-4B58-994B-FD786F807029}" srcOrd="3" destOrd="0" parTransId="{5E94511F-55CD-4BBE-8EE9-0B1E6BF252D2}" sibTransId="{215B57D0-26DF-4E2D-86E1-4361AC477094}"/>
    <dgm:cxn modelId="{3755D3BB-3D41-496D-B651-E01CE0C02456}" type="presOf" srcId="{E3324539-B9DA-45EF-A935-2865D249E45C}" destId="{4C87FB34-C7FC-4629-8496-BC3B4E9A1F63}" srcOrd="0" destOrd="0" presId="urn:microsoft.com/office/officeart/2018/2/layout/IconVerticalSolidList"/>
    <dgm:cxn modelId="{99FDB3D1-41AF-4183-B5B9-D610E3C8B067}" srcId="{F3DC1CE9-5F36-44F7-B445-9BB17EABD56B}" destId="{17DE9CA9-A65E-406E-A919-C0F0E0468D31}" srcOrd="4" destOrd="0" parTransId="{1C1EAD6B-0DE6-437C-B92F-37BBE7518CC4}" sibTransId="{DC674367-3AF2-4379-AD7E-6157962D1056}"/>
    <dgm:cxn modelId="{A093DBDA-1D0E-4D97-8459-3541CF04A5F9}" type="presOf" srcId="{C001B772-7500-452A-A51B-5AB6C1691B7B}" destId="{54C8E385-BC31-4539-9FE2-57BDA982F69C}" srcOrd="0" destOrd="0" presId="urn:microsoft.com/office/officeart/2018/2/layout/IconVerticalSolidList"/>
    <dgm:cxn modelId="{F646CFEF-C25A-4284-BB7A-8D6B05D528B1}" type="presOf" srcId="{16870520-EBC8-4312-9C01-ACCF23B8B8DB}" destId="{C7E87B9E-B810-4EC9-9049-14B8982CFD16}" srcOrd="0" destOrd="0" presId="urn:microsoft.com/office/officeart/2018/2/layout/IconVerticalSolidList"/>
    <dgm:cxn modelId="{2127636A-4125-4FE5-A747-FD08243348B6}" type="presParOf" srcId="{1FAE5112-9152-4B73-B79C-0C68B680D0FC}" destId="{86E8BC0E-531D-4873-8E53-0A918EA6E247}" srcOrd="0" destOrd="0" presId="urn:microsoft.com/office/officeart/2018/2/layout/IconVerticalSolidList"/>
    <dgm:cxn modelId="{A9A2261A-7B84-4A29-B695-B3310942DA9F}" type="presParOf" srcId="{86E8BC0E-531D-4873-8E53-0A918EA6E247}" destId="{8D594768-267D-47AC-8B16-E8211DCBF500}" srcOrd="0" destOrd="0" presId="urn:microsoft.com/office/officeart/2018/2/layout/IconVerticalSolidList"/>
    <dgm:cxn modelId="{B5C6D904-EC29-4872-901A-DC8D8ACE9EBE}" type="presParOf" srcId="{86E8BC0E-531D-4873-8E53-0A918EA6E247}" destId="{8196E523-470A-4769-B72A-C283542A7E59}" srcOrd="1" destOrd="0" presId="urn:microsoft.com/office/officeart/2018/2/layout/IconVerticalSolidList"/>
    <dgm:cxn modelId="{001FE783-05D6-48EC-AF81-436E736FA5E5}" type="presParOf" srcId="{86E8BC0E-531D-4873-8E53-0A918EA6E247}" destId="{FB121F91-6FEB-4491-B44B-8CBC48365A16}" srcOrd="2" destOrd="0" presId="urn:microsoft.com/office/officeart/2018/2/layout/IconVerticalSolidList"/>
    <dgm:cxn modelId="{249C986D-8890-405E-8A1D-7A8272413CDA}" type="presParOf" srcId="{86E8BC0E-531D-4873-8E53-0A918EA6E247}" destId="{C7E87B9E-B810-4EC9-9049-14B8982CFD16}" srcOrd="3" destOrd="0" presId="urn:microsoft.com/office/officeart/2018/2/layout/IconVerticalSolidList"/>
    <dgm:cxn modelId="{F90944F0-437F-4FD6-82D4-708AF6A22006}" type="presParOf" srcId="{1FAE5112-9152-4B73-B79C-0C68B680D0FC}" destId="{31F72ECF-8BF9-4031-90F4-CE00BFBDDF63}" srcOrd="1" destOrd="0" presId="urn:microsoft.com/office/officeart/2018/2/layout/IconVerticalSolidList"/>
    <dgm:cxn modelId="{884CB1D6-3F58-4763-A6E5-27B65969C5E1}" type="presParOf" srcId="{1FAE5112-9152-4B73-B79C-0C68B680D0FC}" destId="{E218826F-D953-4B7B-9692-2B0E8231A2E6}" srcOrd="2" destOrd="0" presId="urn:microsoft.com/office/officeart/2018/2/layout/IconVerticalSolidList"/>
    <dgm:cxn modelId="{31281B3C-C1F8-4FAE-8693-4979F3129576}" type="presParOf" srcId="{E218826F-D953-4B7B-9692-2B0E8231A2E6}" destId="{C42DD3DE-B2EB-4D6F-8388-D6F677F580A9}" srcOrd="0" destOrd="0" presId="urn:microsoft.com/office/officeart/2018/2/layout/IconVerticalSolidList"/>
    <dgm:cxn modelId="{2549906C-D610-4222-8347-8C40A93CBCF9}" type="presParOf" srcId="{E218826F-D953-4B7B-9692-2B0E8231A2E6}" destId="{F0F84896-9E62-4E7D-B2A9-94C3DA7245F7}" srcOrd="1" destOrd="0" presId="urn:microsoft.com/office/officeart/2018/2/layout/IconVerticalSolidList"/>
    <dgm:cxn modelId="{914300FD-819A-459A-9A60-6418811BB8E1}" type="presParOf" srcId="{E218826F-D953-4B7B-9692-2B0E8231A2E6}" destId="{B170F235-5BA1-4C6D-9283-580D2BD6A499}" srcOrd="2" destOrd="0" presId="urn:microsoft.com/office/officeart/2018/2/layout/IconVerticalSolidList"/>
    <dgm:cxn modelId="{BE829AEA-67AB-4440-AEF2-AB26B6F29DF9}" type="presParOf" srcId="{E218826F-D953-4B7B-9692-2B0E8231A2E6}" destId="{48559344-930A-4028-A155-AADB8C8AF951}" srcOrd="3" destOrd="0" presId="urn:microsoft.com/office/officeart/2018/2/layout/IconVerticalSolidList"/>
    <dgm:cxn modelId="{A08E1775-0862-49A4-AF83-88D8FDAF431C}" type="presParOf" srcId="{1FAE5112-9152-4B73-B79C-0C68B680D0FC}" destId="{3473796F-3082-4F71-AB22-074D6234DEEC}" srcOrd="3" destOrd="0" presId="urn:microsoft.com/office/officeart/2018/2/layout/IconVerticalSolidList"/>
    <dgm:cxn modelId="{C4AFA2FB-72AA-49FB-BDA9-C1B7BB5EECFE}" type="presParOf" srcId="{1FAE5112-9152-4B73-B79C-0C68B680D0FC}" destId="{47F982D2-0B4A-48FD-83E7-B4FACA497BA3}" srcOrd="4" destOrd="0" presId="urn:microsoft.com/office/officeart/2018/2/layout/IconVerticalSolidList"/>
    <dgm:cxn modelId="{883D203E-7C87-441F-8FC5-9D3BAA5C3E9D}" type="presParOf" srcId="{47F982D2-0B4A-48FD-83E7-B4FACA497BA3}" destId="{BCEAE13F-C533-4280-8AC1-6F1982ACD85C}" srcOrd="0" destOrd="0" presId="urn:microsoft.com/office/officeart/2018/2/layout/IconVerticalSolidList"/>
    <dgm:cxn modelId="{0794C773-B9BB-45FE-8CA9-234B19C8779B}" type="presParOf" srcId="{47F982D2-0B4A-48FD-83E7-B4FACA497BA3}" destId="{BB0BE518-8D67-4B3B-B009-87B449BA8868}" srcOrd="1" destOrd="0" presId="urn:microsoft.com/office/officeart/2018/2/layout/IconVerticalSolidList"/>
    <dgm:cxn modelId="{AB0DDE00-C8B4-46A5-B644-79F13EBAEE42}" type="presParOf" srcId="{47F982D2-0B4A-48FD-83E7-B4FACA497BA3}" destId="{82583AEB-5D3B-4C87-8F72-4E4F93DF6C2B}" srcOrd="2" destOrd="0" presId="urn:microsoft.com/office/officeart/2018/2/layout/IconVerticalSolidList"/>
    <dgm:cxn modelId="{1F780045-4C7B-4AEB-970B-2EE4C7E8772E}" type="presParOf" srcId="{47F982D2-0B4A-48FD-83E7-B4FACA497BA3}" destId="{54C8E385-BC31-4539-9FE2-57BDA982F69C}" srcOrd="3" destOrd="0" presId="urn:microsoft.com/office/officeart/2018/2/layout/IconVerticalSolidList"/>
    <dgm:cxn modelId="{30402A0E-D574-4ADD-9379-67EB74A080F0}" type="presParOf" srcId="{1FAE5112-9152-4B73-B79C-0C68B680D0FC}" destId="{477D9D55-1FF9-4BBC-8622-0A77FB33637E}" srcOrd="5" destOrd="0" presId="urn:microsoft.com/office/officeart/2018/2/layout/IconVerticalSolidList"/>
    <dgm:cxn modelId="{387D15A4-6EAF-43C2-A225-D8CBE6556C2F}" type="presParOf" srcId="{1FAE5112-9152-4B73-B79C-0C68B680D0FC}" destId="{188D0ECF-F581-4095-86B7-15F1041264B2}" srcOrd="6" destOrd="0" presId="urn:microsoft.com/office/officeart/2018/2/layout/IconVerticalSolidList"/>
    <dgm:cxn modelId="{3A3BC0EA-4500-48C3-AF8A-74BA53FF9FE2}" type="presParOf" srcId="{188D0ECF-F581-4095-86B7-15F1041264B2}" destId="{796DCD7E-EBF8-414F-9368-E4ADA97B4DA3}" srcOrd="0" destOrd="0" presId="urn:microsoft.com/office/officeart/2018/2/layout/IconVerticalSolidList"/>
    <dgm:cxn modelId="{4E56DB9A-F7CC-4243-AEA5-948E1A455BFF}" type="presParOf" srcId="{188D0ECF-F581-4095-86B7-15F1041264B2}" destId="{5A1DAC40-D3D4-4E8B-814A-617FAC4B7725}" srcOrd="1" destOrd="0" presId="urn:microsoft.com/office/officeart/2018/2/layout/IconVerticalSolidList"/>
    <dgm:cxn modelId="{F4EFD004-9DC5-4BE9-9848-A9801B3AC557}" type="presParOf" srcId="{188D0ECF-F581-4095-86B7-15F1041264B2}" destId="{E015FA44-29E3-49F3-A670-5AD7B5DB2028}" srcOrd="2" destOrd="0" presId="urn:microsoft.com/office/officeart/2018/2/layout/IconVerticalSolidList"/>
    <dgm:cxn modelId="{DE1C10E7-D533-4DB9-B00F-275FEEC15F0E}" type="presParOf" srcId="{188D0ECF-F581-4095-86B7-15F1041264B2}" destId="{79413487-2865-411C-852B-C61B827990B0}" srcOrd="3" destOrd="0" presId="urn:microsoft.com/office/officeart/2018/2/layout/IconVerticalSolidList"/>
    <dgm:cxn modelId="{97602DE2-C57E-4D1C-AA1C-0769206F45C6}" type="presParOf" srcId="{1FAE5112-9152-4B73-B79C-0C68B680D0FC}" destId="{96AA555E-C3A0-49C5-9E3C-428764B6CFAA}" srcOrd="7" destOrd="0" presId="urn:microsoft.com/office/officeart/2018/2/layout/IconVerticalSolidList"/>
    <dgm:cxn modelId="{96FFA4E5-A70E-4F6E-A96C-CFD744E9ECB6}" type="presParOf" srcId="{1FAE5112-9152-4B73-B79C-0C68B680D0FC}" destId="{7EA89839-BC4F-4481-B665-F781F447B0EA}" srcOrd="8" destOrd="0" presId="urn:microsoft.com/office/officeart/2018/2/layout/IconVerticalSolidList"/>
    <dgm:cxn modelId="{7DEA50A2-F9D9-41A8-8F7C-0448501D8EB1}" type="presParOf" srcId="{7EA89839-BC4F-4481-B665-F781F447B0EA}" destId="{C8757593-D4BC-4AC3-A761-6C575820A3CB}" srcOrd="0" destOrd="0" presId="urn:microsoft.com/office/officeart/2018/2/layout/IconVerticalSolidList"/>
    <dgm:cxn modelId="{636F492E-742E-4D8C-9C81-B4ED664B9E3E}" type="presParOf" srcId="{7EA89839-BC4F-4481-B665-F781F447B0EA}" destId="{B54D388E-BF60-4744-A0E0-CA259B258E00}" srcOrd="1" destOrd="0" presId="urn:microsoft.com/office/officeart/2018/2/layout/IconVerticalSolidList"/>
    <dgm:cxn modelId="{831AF1FB-BF5A-42B3-A7A8-AA8BEBA1D5AC}" type="presParOf" srcId="{7EA89839-BC4F-4481-B665-F781F447B0EA}" destId="{28053D38-D8F7-4A16-955C-65FC34CA7666}" srcOrd="2" destOrd="0" presId="urn:microsoft.com/office/officeart/2018/2/layout/IconVerticalSolidList"/>
    <dgm:cxn modelId="{FF17D6B1-2DC5-43F0-9F39-5F97F9AFB01F}" type="presParOf" srcId="{7EA89839-BC4F-4481-B665-F781F447B0EA}" destId="{6650DB3F-335A-4FF9-8175-7CF8AC179D01}" srcOrd="3" destOrd="0" presId="urn:microsoft.com/office/officeart/2018/2/layout/IconVerticalSolidList"/>
    <dgm:cxn modelId="{610BA408-200E-49AF-A1B0-4B3D06FF2931}" type="presParOf" srcId="{1FAE5112-9152-4B73-B79C-0C68B680D0FC}" destId="{AE2BE57D-98D4-496C-BA0B-DC64CD8E447E}" srcOrd="9" destOrd="0" presId="urn:microsoft.com/office/officeart/2018/2/layout/IconVerticalSolidList"/>
    <dgm:cxn modelId="{E122911C-21BB-40BB-B146-0B8B9C5B5F89}" type="presParOf" srcId="{1FAE5112-9152-4B73-B79C-0C68B680D0FC}" destId="{81BD10B0-B701-44F7-839E-D5E10F954506}" srcOrd="10" destOrd="0" presId="urn:microsoft.com/office/officeart/2018/2/layout/IconVerticalSolidList"/>
    <dgm:cxn modelId="{A05D342C-11EE-4EEB-BE95-38559409FAC6}" type="presParOf" srcId="{81BD10B0-B701-44F7-839E-D5E10F954506}" destId="{526C44A0-134A-4B9D-841C-E3946ABB68DF}" srcOrd="0" destOrd="0" presId="urn:microsoft.com/office/officeart/2018/2/layout/IconVerticalSolidList"/>
    <dgm:cxn modelId="{2268A5F4-B77E-43D5-A290-7D74C8ECA33A}" type="presParOf" srcId="{81BD10B0-B701-44F7-839E-D5E10F954506}" destId="{605638CD-D362-441D-A02F-E6CFCFA0307F}" srcOrd="1" destOrd="0" presId="urn:microsoft.com/office/officeart/2018/2/layout/IconVerticalSolidList"/>
    <dgm:cxn modelId="{C7034E9B-394E-4E17-8021-F2B96F7C4ADB}" type="presParOf" srcId="{81BD10B0-B701-44F7-839E-D5E10F954506}" destId="{F48CF4AC-885E-4B3D-9F46-52FD24DE2F32}" srcOrd="2" destOrd="0" presId="urn:microsoft.com/office/officeart/2018/2/layout/IconVerticalSolidList"/>
    <dgm:cxn modelId="{ABCE39EC-D4C4-4643-9298-9CCE3D861717}" type="presParOf" srcId="{81BD10B0-B701-44F7-839E-D5E10F954506}" destId="{A3EE8D87-B8FE-4ADB-83A2-45E987C668C7}" srcOrd="3" destOrd="0" presId="urn:microsoft.com/office/officeart/2018/2/layout/IconVerticalSolidList"/>
    <dgm:cxn modelId="{6FD66BF7-C8C8-4AB5-931B-6809ED1255FE}" type="presParOf" srcId="{1FAE5112-9152-4B73-B79C-0C68B680D0FC}" destId="{2C154726-45F1-4562-B086-B645883D21F0}" srcOrd="11" destOrd="0" presId="urn:microsoft.com/office/officeart/2018/2/layout/IconVerticalSolidList"/>
    <dgm:cxn modelId="{133548AE-F108-4908-B7BA-791C28DC617C}" type="presParOf" srcId="{1FAE5112-9152-4B73-B79C-0C68B680D0FC}" destId="{2658FF28-7318-4F9E-9C14-7A85E185B3D9}" srcOrd="12" destOrd="0" presId="urn:microsoft.com/office/officeart/2018/2/layout/IconVerticalSolidList"/>
    <dgm:cxn modelId="{A51F9CF1-9A4C-4EFA-93C9-555EC6A149B7}" type="presParOf" srcId="{2658FF28-7318-4F9E-9C14-7A85E185B3D9}" destId="{07E46941-B275-473D-8D6B-CE1587D65B9F}" srcOrd="0" destOrd="0" presId="urn:microsoft.com/office/officeart/2018/2/layout/IconVerticalSolidList"/>
    <dgm:cxn modelId="{C52E2D32-AACC-480E-B80B-F5DBCB066CF6}" type="presParOf" srcId="{2658FF28-7318-4F9E-9C14-7A85E185B3D9}" destId="{972BF07E-1D01-4F31-A934-EDF6704D3C1F}" srcOrd="1" destOrd="0" presId="urn:microsoft.com/office/officeart/2018/2/layout/IconVerticalSolidList"/>
    <dgm:cxn modelId="{17E3AFD0-5602-4BC6-B18D-1EFDCC57CD12}" type="presParOf" srcId="{2658FF28-7318-4F9E-9C14-7A85E185B3D9}" destId="{3782DEBD-8A31-4183-A9E5-89A4B340204B}" srcOrd="2" destOrd="0" presId="urn:microsoft.com/office/officeart/2018/2/layout/IconVerticalSolidList"/>
    <dgm:cxn modelId="{0659AC12-9DA9-4633-9EB9-C4ACB7DC2840}" type="presParOf" srcId="{2658FF28-7318-4F9E-9C14-7A85E185B3D9}" destId="{B16B5988-39F7-43BC-BFC1-DF94C02D45E6}" srcOrd="3" destOrd="0" presId="urn:microsoft.com/office/officeart/2018/2/layout/IconVerticalSolidList"/>
    <dgm:cxn modelId="{5E578F1D-FB76-4228-9682-6443768ACAF9}" type="presParOf" srcId="{1FAE5112-9152-4B73-B79C-0C68B680D0FC}" destId="{AECF4724-E6EC-4101-AE80-4EE89A67ECA0}" srcOrd="13" destOrd="0" presId="urn:microsoft.com/office/officeart/2018/2/layout/IconVerticalSolidList"/>
    <dgm:cxn modelId="{FCF75D44-B2CF-45C3-919D-FA9AF19B1F70}" type="presParOf" srcId="{1FAE5112-9152-4B73-B79C-0C68B680D0FC}" destId="{54DB8D81-74C8-4783-AC3C-8FBCC4297DCA}" srcOrd="14" destOrd="0" presId="urn:microsoft.com/office/officeart/2018/2/layout/IconVerticalSolidList"/>
    <dgm:cxn modelId="{81A25B4D-F12A-47B8-9BCC-D94413544933}" type="presParOf" srcId="{54DB8D81-74C8-4783-AC3C-8FBCC4297DCA}" destId="{E27DB7F1-27A2-4A47-94EF-F0E0CFFEEF0F}" srcOrd="0" destOrd="0" presId="urn:microsoft.com/office/officeart/2018/2/layout/IconVerticalSolidList"/>
    <dgm:cxn modelId="{70057A81-798C-4FC3-AFB3-C3A7F1A2D16E}" type="presParOf" srcId="{54DB8D81-74C8-4783-AC3C-8FBCC4297DCA}" destId="{D285F994-102D-4CB0-8BA3-765B53DF2047}" srcOrd="1" destOrd="0" presId="urn:microsoft.com/office/officeart/2018/2/layout/IconVerticalSolidList"/>
    <dgm:cxn modelId="{5AF8ADF5-B13F-4A37-8C72-280B1370CF8D}" type="presParOf" srcId="{54DB8D81-74C8-4783-AC3C-8FBCC4297DCA}" destId="{9FE00965-3778-4FD4-981C-41CCF5481873}" srcOrd="2" destOrd="0" presId="urn:microsoft.com/office/officeart/2018/2/layout/IconVerticalSolidList"/>
    <dgm:cxn modelId="{FDD6E18D-6804-4138-99AC-B0F8A8EF9331}" type="presParOf" srcId="{54DB8D81-74C8-4783-AC3C-8FBCC4297DCA}" destId="{4C87FB34-C7FC-4629-8496-BC3B4E9A1F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54D81-D8D3-49BA-8DB6-534C97FBCFCF}">
      <dsp:nvSpPr>
        <dsp:cNvPr id="0" name=""/>
        <dsp:cNvSpPr/>
      </dsp:nvSpPr>
      <dsp:spPr>
        <a:xfrm>
          <a:off x="0" y="804829"/>
          <a:ext cx="6316266" cy="393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Context</a:t>
          </a:r>
          <a:endParaRPr lang="en-US" sz="1600" kern="1200"/>
        </a:p>
      </dsp:txBody>
      <dsp:txXfrm>
        <a:off x="19191" y="824020"/>
        <a:ext cx="6277884" cy="354738"/>
      </dsp:txXfrm>
    </dsp:sp>
    <dsp:sp modelId="{6E9A66B6-FDD8-48F8-85AA-46C55C71F21B}">
      <dsp:nvSpPr>
        <dsp:cNvPr id="0" name=""/>
        <dsp:cNvSpPr/>
      </dsp:nvSpPr>
      <dsp:spPr>
        <a:xfrm>
          <a:off x="0" y="1244029"/>
          <a:ext cx="6316266" cy="393120"/>
        </a:xfrm>
        <a:prstGeom prst="round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fraud detection model assigns a </a:t>
          </a:r>
          <a:r>
            <a:rPr lang="en-US" sz="1600" b="1" kern="1200"/>
            <a:t>probability of fraud</a:t>
          </a:r>
          <a:r>
            <a:rPr lang="en-US" sz="1600" kern="1200"/>
            <a:t> to each claim </a:t>
          </a:r>
        </a:p>
      </dsp:txBody>
      <dsp:txXfrm>
        <a:off x="19191" y="1263220"/>
        <a:ext cx="6277884" cy="354738"/>
      </dsp:txXfrm>
    </dsp:sp>
    <dsp:sp modelId="{F887310C-6744-44C2-BC58-D6AC9E36DF9B}">
      <dsp:nvSpPr>
        <dsp:cNvPr id="0" name=""/>
        <dsp:cNvSpPr/>
      </dsp:nvSpPr>
      <dsp:spPr>
        <a:xfrm>
          <a:off x="0" y="1683229"/>
          <a:ext cx="6316266" cy="393120"/>
        </a:xfrm>
        <a:prstGeom prst="round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Example claim: 22% probability of fraud </a:t>
          </a:r>
        </a:p>
      </dsp:txBody>
      <dsp:txXfrm>
        <a:off x="19191" y="1702420"/>
        <a:ext cx="6277884" cy="354738"/>
      </dsp:txXfrm>
    </dsp:sp>
    <dsp:sp modelId="{9C1230F4-1EE0-459B-AE4E-7B8EA488DF82}">
      <dsp:nvSpPr>
        <dsp:cNvPr id="0" name=""/>
        <dsp:cNvSpPr/>
      </dsp:nvSpPr>
      <dsp:spPr>
        <a:xfrm>
          <a:off x="0" y="2122429"/>
          <a:ext cx="6316266" cy="393120"/>
        </a:xfrm>
        <a:prstGeom prst="round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Decision</a:t>
          </a:r>
          <a:endParaRPr lang="en-US" sz="1600" kern="1200"/>
        </a:p>
      </dsp:txBody>
      <dsp:txXfrm>
        <a:off x="19191" y="2141620"/>
        <a:ext cx="6277884" cy="354738"/>
      </dsp:txXfrm>
    </dsp:sp>
    <dsp:sp modelId="{C5ACCAD8-5829-4322-BEF7-8B38327C7B41}">
      <dsp:nvSpPr>
        <dsp:cNvPr id="0" name=""/>
        <dsp:cNvSpPr/>
      </dsp:nvSpPr>
      <dsp:spPr>
        <a:xfrm>
          <a:off x="0" y="2561630"/>
          <a:ext cx="6316266" cy="393120"/>
        </a:xfrm>
        <a:prstGeom prst="round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Should this claim be investigated?</a:t>
          </a:r>
        </a:p>
      </dsp:txBody>
      <dsp:txXfrm>
        <a:off x="19191" y="2580821"/>
        <a:ext cx="6277884" cy="354738"/>
      </dsp:txXfrm>
    </dsp:sp>
    <dsp:sp modelId="{5A6F6A07-6074-4976-AA46-44FA0685EF55}">
      <dsp:nvSpPr>
        <dsp:cNvPr id="0" name=""/>
        <dsp:cNvSpPr/>
      </dsp:nvSpPr>
      <dsp:spPr>
        <a:xfrm>
          <a:off x="0" y="3000830"/>
          <a:ext cx="6316266" cy="393120"/>
        </a:xfrm>
        <a:prstGeom prst="round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Business Impact</a:t>
          </a:r>
          <a:endParaRPr lang="en-US" sz="1600" kern="1200"/>
        </a:p>
      </dsp:txBody>
      <dsp:txXfrm>
        <a:off x="19191" y="3020021"/>
        <a:ext cx="6277884" cy="354738"/>
      </dsp:txXfrm>
    </dsp:sp>
    <dsp:sp modelId="{E6894B51-2D26-4568-900C-DA1F0DB86015}">
      <dsp:nvSpPr>
        <dsp:cNvPr id="0" name=""/>
        <dsp:cNvSpPr/>
      </dsp:nvSpPr>
      <dsp:spPr>
        <a:xfrm>
          <a:off x="0" y="3440030"/>
          <a:ext cx="6316266" cy="393120"/>
        </a:xfrm>
        <a:prstGeom prst="round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Investigating a legitimate claim costs </a:t>
          </a:r>
          <a:r>
            <a:rPr lang="en-US" sz="1600" b="1" kern="1200"/>
            <a:t>$300 </a:t>
          </a:r>
          <a:endParaRPr lang="en-US" sz="1600" kern="1200"/>
        </a:p>
      </dsp:txBody>
      <dsp:txXfrm>
        <a:off x="19191" y="3459221"/>
        <a:ext cx="6277884" cy="354738"/>
      </dsp:txXfrm>
    </dsp:sp>
    <dsp:sp modelId="{FFC7E908-2979-4946-8E52-2CC85B4C4131}">
      <dsp:nvSpPr>
        <dsp:cNvPr id="0" name=""/>
        <dsp:cNvSpPr/>
      </dsp:nvSpPr>
      <dsp:spPr>
        <a:xfrm>
          <a:off x="0" y="3879230"/>
          <a:ext cx="6316266" cy="3931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Missing a fraudulent claim costs </a:t>
          </a:r>
          <a:r>
            <a:rPr lang="en-US" sz="1600" b="1" kern="1200"/>
            <a:t>$2,700 </a:t>
          </a:r>
          <a:endParaRPr lang="en-US" sz="1600" kern="1200"/>
        </a:p>
      </dsp:txBody>
      <dsp:txXfrm>
        <a:off x="19191" y="3898421"/>
        <a:ext cx="6277884" cy="3547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88A27-96C3-4E60-A455-62E089719213}">
      <dsp:nvSpPr>
        <dsp:cNvPr id="0" name=""/>
        <dsp:cNvSpPr/>
      </dsp:nvSpPr>
      <dsp:spPr>
        <a:xfrm>
          <a:off x="0" y="622647"/>
          <a:ext cx="6666833" cy="9981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Find the break-even probability</a:t>
          </a:r>
        </a:p>
      </dsp:txBody>
      <dsp:txXfrm>
        <a:off x="48726" y="671373"/>
        <a:ext cx="6569381" cy="900704"/>
      </dsp:txXfrm>
    </dsp:sp>
    <dsp:sp modelId="{C4B9E6B7-844E-4E43-AF8B-E9E04EF3F989}">
      <dsp:nvSpPr>
        <dsp:cNvPr id="0" name=""/>
        <dsp:cNvSpPr/>
      </dsp:nvSpPr>
      <dsp:spPr>
        <a:xfrm>
          <a:off x="0" y="1692803"/>
          <a:ext cx="6666833" cy="998156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Investigate → Cost: $300 (if not fraud)</a:t>
          </a:r>
          <a:br>
            <a:rPr lang="en-US" sz="2500" kern="1200" dirty="0"/>
          </a:br>
          <a:r>
            <a:rPr lang="en-US" sz="2500" b="1" kern="1200" dirty="0"/>
            <a:t>Do NOT Investigate → Cost: $2,700 (if fraud)</a:t>
          </a:r>
          <a:endParaRPr lang="en-US" sz="2500" kern="1200" dirty="0"/>
        </a:p>
      </dsp:txBody>
      <dsp:txXfrm>
        <a:off x="48726" y="1741529"/>
        <a:ext cx="6569381" cy="900704"/>
      </dsp:txXfrm>
    </dsp:sp>
    <dsp:sp modelId="{54555191-EDDD-45AA-8819-1FF3147B1F34}">
      <dsp:nvSpPr>
        <dsp:cNvPr id="0" name=""/>
        <dsp:cNvSpPr/>
      </dsp:nvSpPr>
      <dsp:spPr>
        <a:xfrm>
          <a:off x="0" y="2762960"/>
          <a:ext cx="6666833" cy="998156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Threshold = 300 / (300 + 2700) = 10%</a:t>
          </a:r>
        </a:p>
      </dsp:txBody>
      <dsp:txXfrm>
        <a:off x="48726" y="2811686"/>
        <a:ext cx="6569381" cy="900704"/>
      </dsp:txXfrm>
    </dsp:sp>
    <dsp:sp modelId="{28378A09-EEAF-4418-A508-BC430E87FE1B}">
      <dsp:nvSpPr>
        <dsp:cNvPr id="0" name=""/>
        <dsp:cNvSpPr/>
      </dsp:nvSpPr>
      <dsp:spPr>
        <a:xfrm>
          <a:off x="0" y="3833116"/>
          <a:ext cx="6666833" cy="998156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Investigate if predicted fraud probability &gt; 10%</a:t>
          </a:r>
        </a:p>
      </dsp:txBody>
      <dsp:txXfrm>
        <a:off x="48726" y="3881842"/>
        <a:ext cx="6569381" cy="900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94768-267D-47AC-8B16-E8211DCBF500}">
      <dsp:nvSpPr>
        <dsp:cNvPr id="0" name=""/>
        <dsp:cNvSpPr/>
      </dsp:nvSpPr>
      <dsp:spPr>
        <a:xfrm>
          <a:off x="0" y="531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6E523-470A-4769-B72A-C283542A7E59}">
      <dsp:nvSpPr>
        <dsp:cNvPr id="0" name=""/>
        <dsp:cNvSpPr/>
      </dsp:nvSpPr>
      <dsp:spPr>
        <a:xfrm>
          <a:off x="134970" y="100922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87B9E-B810-4EC9-9049-14B8982CFD16}">
      <dsp:nvSpPr>
        <dsp:cNvPr id="0" name=""/>
        <dsp:cNvSpPr/>
      </dsp:nvSpPr>
      <dsp:spPr>
        <a:xfrm>
          <a:off x="515340" y="531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Result</a:t>
          </a:r>
          <a:endParaRPr lang="en-US" sz="1600" kern="1200"/>
        </a:p>
      </dsp:txBody>
      <dsp:txXfrm>
        <a:off x="515340" y="531"/>
        <a:ext cx="4878020" cy="446182"/>
      </dsp:txXfrm>
    </dsp:sp>
    <dsp:sp modelId="{C42DD3DE-B2EB-4D6F-8388-D6F677F580A9}">
      <dsp:nvSpPr>
        <dsp:cNvPr id="0" name=""/>
        <dsp:cNvSpPr/>
      </dsp:nvSpPr>
      <dsp:spPr>
        <a:xfrm>
          <a:off x="0" y="558258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84896-9E62-4E7D-B2A9-94C3DA7245F7}">
      <dsp:nvSpPr>
        <dsp:cNvPr id="0" name=""/>
        <dsp:cNvSpPr/>
      </dsp:nvSpPr>
      <dsp:spPr>
        <a:xfrm>
          <a:off x="134970" y="658649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59344-930A-4028-A155-AADB8C8AF951}">
      <dsp:nvSpPr>
        <dsp:cNvPr id="0" name=""/>
        <dsp:cNvSpPr/>
      </dsp:nvSpPr>
      <dsp:spPr>
        <a:xfrm>
          <a:off x="515340" y="558258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Predicted fraud probability: </a:t>
          </a:r>
          <a:r>
            <a:rPr lang="en-US" sz="1600" b="1" kern="1200"/>
            <a:t>22%</a:t>
          </a:r>
          <a:r>
            <a:rPr lang="en-US" sz="1600" kern="1200"/>
            <a:t> </a:t>
          </a:r>
        </a:p>
      </dsp:txBody>
      <dsp:txXfrm>
        <a:off x="515340" y="558258"/>
        <a:ext cx="4878020" cy="446182"/>
      </dsp:txXfrm>
    </dsp:sp>
    <dsp:sp modelId="{BCEAE13F-C533-4280-8AC1-6F1982ACD85C}">
      <dsp:nvSpPr>
        <dsp:cNvPr id="0" name=""/>
        <dsp:cNvSpPr/>
      </dsp:nvSpPr>
      <dsp:spPr>
        <a:xfrm>
          <a:off x="0" y="1115986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BE518-8D67-4B3B-B009-87B449BA8868}">
      <dsp:nvSpPr>
        <dsp:cNvPr id="0" name=""/>
        <dsp:cNvSpPr/>
      </dsp:nvSpPr>
      <dsp:spPr>
        <a:xfrm>
          <a:off x="134970" y="1216377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8E385-BC31-4539-9FE2-57BDA982F69C}">
      <dsp:nvSpPr>
        <dsp:cNvPr id="0" name=""/>
        <dsp:cNvSpPr/>
      </dsp:nvSpPr>
      <dsp:spPr>
        <a:xfrm>
          <a:off x="515340" y="1115986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Decision threshold: </a:t>
          </a:r>
          <a:r>
            <a:rPr lang="en-US" sz="1600" b="1" kern="1200"/>
            <a:t>10%</a:t>
          </a:r>
          <a:endParaRPr lang="en-US" sz="1600" kern="1200"/>
        </a:p>
      </dsp:txBody>
      <dsp:txXfrm>
        <a:off x="515340" y="1115986"/>
        <a:ext cx="4878020" cy="446182"/>
      </dsp:txXfrm>
    </dsp:sp>
    <dsp:sp modelId="{796DCD7E-EBF8-414F-9368-E4ADA97B4DA3}">
      <dsp:nvSpPr>
        <dsp:cNvPr id="0" name=""/>
        <dsp:cNvSpPr/>
      </dsp:nvSpPr>
      <dsp:spPr>
        <a:xfrm>
          <a:off x="0" y="1673714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DAC40-D3D4-4E8B-814A-617FAC4B7725}">
      <dsp:nvSpPr>
        <dsp:cNvPr id="0" name=""/>
        <dsp:cNvSpPr/>
      </dsp:nvSpPr>
      <dsp:spPr>
        <a:xfrm>
          <a:off x="134970" y="1774105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13487-2865-411C-852B-C61B827990B0}">
      <dsp:nvSpPr>
        <dsp:cNvPr id="0" name=""/>
        <dsp:cNvSpPr/>
      </dsp:nvSpPr>
      <dsp:spPr>
        <a:xfrm>
          <a:off x="515340" y="1673714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Decision</a:t>
          </a:r>
          <a:endParaRPr lang="en-US" sz="1600" kern="1200"/>
        </a:p>
      </dsp:txBody>
      <dsp:txXfrm>
        <a:off x="515340" y="1673714"/>
        <a:ext cx="4878020" cy="446182"/>
      </dsp:txXfrm>
    </dsp:sp>
    <dsp:sp modelId="{C8757593-D4BC-4AC3-A761-6C575820A3CB}">
      <dsp:nvSpPr>
        <dsp:cNvPr id="0" name=""/>
        <dsp:cNvSpPr/>
      </dsp:nvSpPr>
      <dsp:spPr>
        <a:xfrm>
          <a:off x="0" y="2231441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D388E-BF60-4744-A0E0-CA259B258E00}">
      <dsp:nvSpPr>
        <dsp:cNvPr id="0" name=""/>
        <dsp:cNvSpPr/>
      </dsp:nvSpPr>
      <dsp:spPr>
        <a:xfrm>
          <a:off x="134970" y="2331832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0DB3F-335A-4FF9-8175-7CF8AC179D01}">
      <dsp:nvSpPr>
        <dsp:cNvPr id="0" name=""/>
        <dsp:cNvSpPr/>
      </dsp:nvSpPr>
      <dsp:spPr>
        <a:xfrm>
          <a:off x="515340" y="2231441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Investigate this claim</a:t>
          </a:r>
          <a:endParaRPr lang="en-US" sz="1600" kern="1200"/>
        </a:p>
      </dsp:txBody>
      <dsp:txXfrm>
        <a:off x="515340" y="2231441"/>
        <a:ext cx="4878020" cy="446182"/>
      </dsp:txXfrm>
    </dsp:sp>
    <dsp:sp modelId="{526C44A0-134A-4B9D-841C-E3946ABB68DF}">
      <dsp:nvSpPr>
        <dsp:cNvPr id="0" name=""/>
        <dsp:cNvSpPr/>
      </dsp:nvSpPr>
      <dsp:spPr>
        <a:xfrm>
          <a:off x="0" y="2789169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638CD-D362-441D-A02F-E6CFCFA0307F}">
      <dsp:nvSpPr>
        <dsp:cNvPr id="0" name=""/>
        <dsp:cNvSpPr/>
      </dsp:nvSpPr>
      <dsp:spPr>
        <a:xfrm>
          <a:off x="134970" y="2889560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E8D87-B8FE-4ADB-83A2-45E987C668C7}">
      <dsp:nvSpPr>
        <dsp:cNvPr id="0" name=""/>
        <dsp:cNvSpPr/>
      </dsp:nvSpPr>
      <dsp:spPr>
        <a:xfrm>
          <a:off x="515340" y="2789169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Why?</a:t>
          </a:r>
          <a:endParaRPr lang="en-US" sz="1600" kern="1200"/>
        </a:p>
      </dsp:txBody>
      <dsp:txXfrm>
        <a:off x="515340" y="2789169"/>
        <a:ext cx="4878020" cy="446182"/>
      </dsp:txXfrm>
    </dsp:sp>
    <dsp:sp modelId="{07E46941-B275-473D-8D6B-CE1587D65B9F}">
      <dsp:nvSpPr>
        <dsp:cNvPr id="0" name=""/>
        <dsp:cNvSpPr/>
      </dsp:nvSpPr>
      <dsp:spPr>
        <a:xfrm>
          <a:off x="0" y="3346897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BF07E-1D01-4F31-A934-EDF6704D3C1F}">
      <dsp:nvSpPr>
        <dsp:cNvPr id="0" name=""/>
        <dsp:cNvSpPr/>
      </dsp:nvSpPr>
      <dsp:spPr>
        <a:xfrm>
          <a:off x="134970" y="3447288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B5988-39F7-43BC-BFC1-DF94C02D45E6}">
      <dsp:nvSpPr>
        <dsp:cNvPr id="0" name=""/>
        <dsp:cNvSpPr/>
      </dsp:nvSpPr>
      <dsp:spPr>
        <a:xfrm>
          <a:off x="515340" y="3346897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22% &gt; 10% → exceeds threshold </a:t>
          </a:r>
        </a:p>
      </dsp:txBody>
      <dsp:txXfrm>
        <a:off x="515340" y="3346897"/>
        <a:ext cx="4878020" cy="446182"/>
      </dsp:txXfrm>
    </dsp:sp>
    <dsp:sp modelId="{E27DB7F1-27A2-4A47-94EF-F0E0CFFEEF0F}">
      <dsp:nvSpPr>
        <dsp:cNvPr id="0" name=""/>
        <dsp:cNvSpPr/>
      </dsp:nvSpPr>
      <dsp:spPr>
        <a:xfrm>
          <a:off x="0" y="3904624"/>
          <a:ext cx="5393361" cy="4461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5F994-102D-4CB0-8BA3-765B53DF2047}">
      <dsp:nvSpPr>
        <dsp:cNvPr id="0" name=""/>
        <dsp:cNvSpPr/>
      </dsp:nvSpPr>
      <dsp:spPr>
        <a:xfrm>
          <a:off x="134970" y="4005015"/>
          <a:ext cx="245400" cy="24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7FB34-C7FC-4629-8496-BC3B4E9A1F63}">
      <dsp:nvSpPr>
        <dsp:cNvPr id="0" name=""/>
        <dsp:cNvSpPr/>
      </dsp:nvSpPr>
      <dsp:spPr>
        <a:xfrm>
          <a:off x="515340" y="3904624"/>
          <a:ext cx="4878020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Lower expected cost compared to not investigating</a:t>
          </a:r>
        </a:p>
      </dsp:txBody>
      <dsp:txXfrm>
        <a:off x="515340" y="3904624"/>
        <a:ext cx="4878020" cy="446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07801-CD67-406F-97F5-87F03C09AE1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D56F0-C00A-42A0-A6C7-ED048ED2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87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section, I shift from model evaluation to decision-making. Given a predicted probability of fraud, the goal is to determine whether investigating a claim is worth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D56F0-C00A-42A0-A6C7-ED048ED25D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25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was given a model that predicts the probability of fraud for each claim. For this example, the probability is 22%. The business question is whether it is worth investigating this claim, given the trade-off between investigation cost and potential fraud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D56F0-C00A-42A0-A6C7-ED048ED25D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33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“Investigating a legitimate claim costs about $300, while missing a fraudulent claim costs about $2,700. This means missing fraud is roughly nine times more expensive, so we should be more willing to investigate when there is uncertainty.”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D56F0-C00A-42A0-A6C7-ED048ED25D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73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make this decision, we use the predicted probability to minimize expected cost. There are two options: investigating, which costs $300 if the claim is legitimate, or not investigating, which risks a $2,700 loss if the claim is fraudulent. </a:t>
            </a:r>
            <a:r>
              <a:rPr lang="en-US"/>
              <a:t>The goal is to choose the action with the lower expected cost.”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D56F0-C00A-42A0-A6C7-ED048ED25D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04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i</a:t>
            </a:r>
            <a:r>
              <a:rPr lang="en-US" dirty="0"/>
              <a:t> determine the threshold by finding the point where the cost of investigating equals the cost of not investigating. This gives us a threshold of 10%. In practice, we should investigate any claim where the predicted probability of fraud exceeds 10%.”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D56F0-C00A-42A0-A6C7-ED048ED25D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65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“With a predicted fraud probability of 22%, which exceeds the 10% threshold, we recommend investigating this claim. This decision minimizes expected cost and reflects the high cost of missing fraudulent claims.”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D56F0-C00A-42A0-A6C7-ED048ED25D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9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52F5-3845-C29B-6B5C-98D7E9A57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9FA1E-132E-4282-400A-3717DE7C5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ACC94-E56A-A15F-FA46-3637C61B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A5B0A250-5CC0-1746-B209-08E8B0DAE6AF}" type="datetimeFigureOut">
              <a:rPr lang="en-US" smtClean="0"/>
              <a:pPr algn="l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C83A2-F798-4D10-9971-22C7C7037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98CE1-FA12-5AF1-1C04-820EE474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5EC9-D885-AA8C-753A-A60773DD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8A7E3-9BF3-F961-269A-8857FB814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2A673-95C6-FC6D-EADF-78340F92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331BC-15BD-FD0D-7D4B-0451CDDE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BD369-C737-AD51-5583-16FC0FB7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9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A270-60F0-1A12-0918-CF7DDA4A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7784C-F10C-EC50-331E-BE8A072EB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E025D-59CE-9669-DF99-FDEE31B8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A299D-E94C-FC75-1ED1-0ECFDE18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43DD8-2CB9-7636-7E48-AEADC7F7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9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B149-9DE8-EC91-9080-B711B7B5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B24F6-2778-7CC6-468B-46008A9C9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2389B-3037-FDDF-5662-CB0D32972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FB49E-E98E-53E6-7E20-1912AEF3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A03D9-E550-0A06-C674-0BB63A44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35189-0BA0-6E12-3C2A-FBD42E04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66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D01AA-ECB2-B054-CBDD-99F02887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873C2-4E5F-18CD-060F-68BE8E41D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1DCAD-C08B-978B-BE96-9C77E00F7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D4ACA-B49B-F0B7-9D69-17D1F24D1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B0EE7-0A0F-4C5C-1D82-BD34E510A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F69D8D-C083-3AEE-D8A8-AD318C7A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FC8EC-2A60-6140-72AF-13EB9366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5F699-965E-7619-D643-147F8856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84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F07C-A9B6-BDE5-6B20-F180798A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69E38-6F10-7EBB-B912-C1DC0253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C60D7-9A99-A166-0E2C-E93999CC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55651-0A49-3184-D4F5-AEF1B589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5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202AD-C0C2-D265-EE91-B34425B0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2863C-768A-6394-AFAE-A46FD3E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46112-8FAC-06BB-C1B1-BF20E1ED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5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932E-9306-0A94-312B-BA78BF231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934B-D3FB-8883-8B63-60AFF7B2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4ED2C-05C5-5F86-9384-FC286D73C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87FFC-02C0-8081-6EE6-E7027D51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A23CC-2343-F7DC-C3A8-165EC404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C28EC-D8DC-1E46-D9E2-3902BD66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5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D1E7-5CB9-8302-2592-ABEF38C6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05AB2-2033-9D1B-7663-93C7EF746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8C957-5832-4137-1CEC-562D93C10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F947F-7241-F702-F5BC-209C2C4B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87B36-897C-32DE-402E-8084A300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72B78-4A50-A0D9-77DF-01D1F500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4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64EE-A01C-E282-976C-84B460FA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E83FF-DF9C-3114-3297-3B462CA8C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F3B87-6AC5-7A80-19AF-044FDCB0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A6B87-0161-BCB1-B37F-B76AFA67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B4AE2-C8FA-8B4B-1695-0628F65A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3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46E27-F31C-6A6D-4823-0EA6B5575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1F820-97DE-2310-65C0-B7F08073E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6D8D5-FA63-C8DA-DE14-C7128506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DA5CC-4CA8-0D08-3FEA-47DACFBA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9C5CF-963C-2344-94F6-861C25F7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5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2D564-150E-9E77-6AF5-C921FF50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BC7AE-7848-4E53-AE04-30896BF05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8EA5E-FEA8-FBFB-F2A1-0AF2D6A1C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0A250-5CC0-1746-B209-08E8B0DAE6AF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D8EE9-56B7-81A5-773C-11DD47392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279B-69AD-07DF-A09B-8138231D4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98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32C0-23BD-63C5-2434-6E649B4B6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9751" y="768334"/>
            <a:ext cx="6479629" cy="2866405"/>
          </a:xfrm>
        </p:spPr>
        <p:txBody>
          <a:bodyPr>
            <a:normAutofit/>
          </a:bodyPr>
          <a:lstStyle/>
          <a:p>
            <a:r>
              <a:rPr lang="en-US" dirty="0"/>
              <a:t>Should We Investigate This Claim?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2D189-C50C-D8ED-91F3-1F14ADB2B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7862" y="5143379"/>
            <a:ext cx="6479629" cy="1475177"/>
          </a:xfrm>
        </p:spPr>
        <p:txBody>
          <a:bodyPr>
            <a:normAutofit/>
          </a:bodyPr>
          <a:lstStyle/>
          <a:p>
            <a:r>
              <a:rPr lang="en-US" dirty="0"/>
              <a:t>A Data-Driven Approach to Fraud Detection Decisions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4FDCB-B967-AA50-A9DC-9C78736CA4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24" r="26008"/>
          <a:stretch>
            <a:fillRect/>
          </a:stretch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02717E-4AF2-1970-9327-027E173B5AD4}"/>
              </a:ext>
            </a:extLst>
          </p:cNvPr>
          <p:cNvSpPr txBox="1"/>
          <p:nvPr/>
        </p:nvSpPr>
        <p:spPr>
          <a:xfrm>
            <a:off x="4678397" y="3683073"/>
            <a:ext cx="6177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Presented by</a:t>
            </a:r>
            <a:br>
              <a:rPr lang="en-US" dirty="0"/>
            </a:br>
            <a:r>
              <a:rPr lang="en-US" dirty="0"/>
              <a:t>Helen Corbat</a:t>
            </a:r>
            <a:br>
              <a:rPr lang="en-US" dirty="0"/>
            </a:br>
            <a:r>
              <a:rPr lang="en-US" dirty="0"/>
              <a:t>M.S. Data Science — University of Virginia</a:t>
            </a:r>
            <a:br>
              <a:rPr lang="en-US" dirty="0"/>
            </a:br>
            <a:r>
              <a:rPr lang="en-US" dirty="0"/>
              <a:t>B.S. Chemical Engineering — Purdue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FFB58-4C0C-B100-9F3B-5ACB780E641D}"/>
              </a:ext>
            </a:extLst>
          </p:cNvPr>
          <p:cNvSpPr txBox="1"/>
          <p:nvPr/>
        </p:nvSpPr>
        <p:spPr>
          <a:xfrm>
            <a:off x="4759677" y="62492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Balancing Risk and Cost in Fraud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79616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F3B9-5B97-755D-CB98-BDF46A88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anchor="b">
            <a:normAutofit/>
          </a:bodyPr>
          <a:lstStyle/>
          <a:p>
            <a:r>
              <a:rPr lang="en-US"/>
              <a:t>Business Problem: Fraud Investigation Decision</a:t>
            </a:r>
            <a:endParaRPr lang="en-US" dirty="0"/>
          </a:p>
        </p:txBody>
      </p:sp>
      <p:graphicFrame>
        <p:nvGraphicFramePr>
          <p:cNvPr id="80" name="Content Placeholder 2">
            <a:extLst>
              <a:ext uri="{FF2B5EF4-FFF2-40B4-BE49-F238E27FC236}">
                <a16:creationId xmlns:a16="http://schemas.microsoft.com/office/drawing/2014/main" id="{507B2EC3-E4C1-D5DC-16E1-A6AA5C5715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371175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92F95F-9D3F-1F13-C2A4-ABA26921C5B3}"/>
              </a:ext>
            </a:extLst>
          </p:cNvPr>
          <p:cNvSpPr txBox="1"/>
          <p:nvPr/>
        </p:nvSpPr>
        <p:spPr>
          <a:xfrm>
            <a:off x="3048001" y="62683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Goal: Minimize total expected cost</a:t>
            </a:r>
          </a:p>
        </p:txBody>
      </p:sp>
    </p:spTree>
    <p:extLst>
      <p:ext uri="{BB962C8B-B14F-4D97-AF65-F5344CB8AC3E}">
        <p14:creationId xmlns:p14="http://schemas.microsoft.com/office/powerpoint/2010/main" val="279245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7F561-E5DA-F644-3AE0-8F7C503B1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Trade-off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4E4D04-D72B-6ECD-70E9-2B4970466871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Missing fraud is 9× more expensive than investigating unnecessarily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AC0553-DC4F-CE28-6FA3-4FC007995A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090821"/>
              </p:ext>
            </p:extLst>
          </p:nvPr>
        </p:nvGraphicFramePr>
        <p:xfrm>
          <a:off x="3122929" y="2707329"/>
          <a:ext cx="5946140" cy="2970087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</a:tblPr>
              <a:tblGrid>
                <a:gridCol w="2868295">
                  <a:extLst>
                    <a:ext uri="{9D8B030D-6E8A-4147-A177-3AD203B41FA5}">
                      <a16:colId xmlns:a16="http://schemas.microsoft.com/office/drawing/2014/main" val="2158328960"/>
                    </a:ext>
                  </a:extLst>
                </a:gridCol>
                <a:gridCol w="3077845">
                  <a:extLst>
                    <a:ext uri="{9D8B030D-6E8A-4147-A177-3AD203B41FA5}">
                      <a16:colId xmlns:a16="http://schemas.microsoft.com/office/drawing/2014/main" val="703863050"/>
                    </a:ext>
                  </a:extLst>
                </a:gridCol>
              </a:tblGrid>
              <a:tr h="1325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Investigate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Do NOT Investigate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934967"/>
                  </a:ext>
                </a:extLst>
              </a:tr>
              <a:tr h="822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 False alarm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 Missed fraud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52520"/>
                  </a:ext>
                </a:extLst>
              </a:tr>
              <a:tr h="822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Cost: </a:t>
                      </a: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$300</a:t>
                      </a:r>
                      <a:endParaRPr lang="en-US" sz="3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Cost: </a:t>
                      </a: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$2,700</a:t>
                      </a:r>
                      <a:endParaRPr lang="en-US" sz="3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2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184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35136-3E99-4D37-BED9-EA314B7D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Decision Framework: When Should We Investigate a Claim?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D08B0-221E-3B19-55D7-B22F612A8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64" y="-11159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Goal: Minimize expected cost using predicted probability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7B909-188D-B890-954E-7ACC795B757D}"/>
              </a:ext>
            </a:extLst>
          </p:cNvPr>
          <p:cNvSpPr txBox="1"/>
          <p:nvPr/>
        </p:nvSpPr>
        <p:spPr>
          <a:xfrm>
            <a:off x="4898560" y="2423453"/>
            <a:ext cx="6250940" cy="2626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Two Choices</a:t>
            </a:r>
          </a:p>
          <a:p>
            <a:endParaRPr lang="en-US" sz="2000" dirty="0"/>
          </a:p>
          <a:p>
            <a:r>
              <a:rPr lang="en-US" sz="2000" b="1" dirty="0"/>
              <a:t>Investigate</a:t>
            </a:r>
            <a:endParaRPr lang="en-US" sz="2000" dirty="0"/>
          </a:p>
          <a:p>
            <a:r>
              <a:rPr lang="en-US" sz="2000" dirty="0"/>
              <a:t>Pay </a:t>
            </a:r>
            <a:r>
              <a:rPr lang="en-US" sz="2000" b="1" dirty="0"/>
              <a:t>$300</a:t>
            </a:r>
            <a:r>
              <a:rPr lang="en-US" sz="2000" dirty="0"/>
              <a:t> if not fraud</a:t>
            </a:r>
          </a:p>
          <a:p>
            <a:r>
              <a:rPr lang="en-US" sz="2000" dirty="0"/>
              <a:t> </a:t>
            </a:r>
          </a:p>
          <a:p>
            <a:r>
              <a:rPr lang="en-US" sz="2000" b="1" dirty="0"/>
              <a:t>Do NOT Investigate</a:t>
            </a:r>
            <a:endParaRPr lang="en-US" sz="2000" dirty="0"/>
          </a:p>
          <a:p>
            <a:r>
              <a:rPr lang="en-US" sz="2000" dirty="0"/>
              <a:t>Risk </a:t>
            </a:r>
            <a:r>
              <a:rPr lang="en-US" sz="2000" b="1" dirty="0"/>
              <a:t>$2,700</a:t>
            </a:r>
            <a:r>
              <a:rPr lang="en-US" sz="2000" dirty="0"/>
              <a:t> if fraud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79BF4-EDB5-D363-0D52-78DEE9D8E872}"/>
              </a:ext>
            </a:extLst>
          </p:cNvPr>
          <p:cNvSpPr txBox="1"/>
          <p:nvPr/>
        </p:nvSpPr>
        <p:spPr>
          <a:xfrm>
            <a:off x="4976030" y="6092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Choose the action with lower expected 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7385C3-7298-828B-84A3-15D65F60C215}"/>
              </a:ext>
            </a:extLst>
          </p:cNvPr>
          <p:cNvSpPr txBox="1"/>
          <p:nvPr/>
        </p:nvSpPr>
        <p:spPr>
          <a:xfrm>
            <a:off x="6426200" y="11618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Is a 22% chance of fraud high enough to justify investigation?</a:t>
            </a:r>
          </a:p>
        </p:txBody>
      </p:sp>
    </p:spTree>
    <p:extLst>
      <p:ext uri="{BB962C8B-B14F-4D97-AF65-F5344CB8AC3E}">
        <p14:creationId xmlns:p14="http://schemas.microsoft.com/office/powerpoint/2010/main" val="357590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5BFD9-8C64-C5B4-38F6-2AFD6B27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Decision Threshold: When Should We Investigate?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1D9BAF-953B-25C2-5F19-337189F41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09632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825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A582D-6EE7-9CE6-B092-E6EE6E17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Recommendation: Investigate the Claim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5494F-D8E7-A2C8-4E4A-A0B05F210386}"/>
              </a:ext>
            </a:extLst>
          </p:cNvPr>
          <p:cNvSpPr txBox="1"/>
          <p:nvPr/>
        </p:nvSpPr>
        <p:spPr>
          <a:xfrm>
            <a:off x="5878341" y="2747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Low threshold reflects high cost of missed fraud, leading to more proactive investigation</a:t>
            </a:r>
            <a:endParaRPr lang="en-US" dirty="0"/>
          </a:p>
        </p:txBody>
      </p:sp>
      <p:sp>
        <p:nvSpPr>
          <p:cNvPr id="59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DC7F0B9C-3F94-82DA-8809-5D40FAD49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739586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303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572</Words>
  <Application>Microsoft Office PowerPoint</Application>
  <PresentationFormat>Widescreen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Should We Investigate This Claim?</vt:lpstr>
      <vt:lpstr>Business Problem: Fraud Investigation Decision</vt:lpstr>
      <vt:lpstr>Cost Trade-off</vt:lpstr>
      <vt:lpstr>Decision Framework: When Should We Investigate a Claim?</vt:lpstr>
      <vt:lpstr>Decision Threshold: When Should We Investigate?</vt:lpstr>
      <vt:lpstr>Recommendation: Investigate the Claim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Corbat</dc:creator>
  <cp:lastModifiedBy>Helen Corbat</cp:lastModifiedBy>
  <cp:revision>1</cp:revision>
  <dcterms:created xsi:type="dcterms:W3CDTF">2026-04-22T11:06:21Z</dcterms:created>
  <dcterms:modified xsi:type="dcterms:W3CDTF">2026-04-24T13:26:46Z</dcterms:modified>
</cp:coreProperties>
</file>