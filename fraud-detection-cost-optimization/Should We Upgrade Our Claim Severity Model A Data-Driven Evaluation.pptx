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notesMasterIdLst>
    <p:notesMasterId r:id="rId13"/>
  </p:notesMasterIdLst>
  <p:sldIdLst>
    <p:sldId id="257" r:id="rId2"/>
    <p:sldId id="256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2B50D9-FF4A-4DD9-A762-59619AC738E8}" v="64" dt="2026-05-02T00:20:19.9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85085" autoAdjust="0"/>
  </p:normalViewPr>
  <p:slideViewPr>
    <p:cSldViewPr snapToGrid="0">
      <p:cViewPr varScale="1">
        <p:scale>
          <a:sx n="81" d="100"/>
          <a:sy n="81" d="100"/>
        </p:scale>
        <p:origin x="6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len Corbat" userId="bff20198d9db4ecb" providerId="LiveId" clId="{A864CEF2-92EE-415E-9881-B52EB48A335D}"/>
    <pc:docChg chg="undo custSel addSld delSld modSld sldOrd">
      <pc:chgData name="Helen Corbat" userId="bff20198d9db4ecb" providerId="LiveId" clId="{A864CEF2-92EE-415E-9881-B52EB48A335D}" dt="2026-05-02T00:20:21.920" v="742" actId="20577"/>
      <pc:docMkLst>
        <pc:docMk/>
      </pc:docMkLst>
      <pc:sldChg chg="delSp modSp mod delDesignElem modNotesTx">
        <pc:chgData name="Helen Corbat" userId="bff20198d9db4ecb" providerId="LiveId" clId="{A864CEF2-92EE-415E-9881-B52EB48A335D}" dt="2026-05-02T00:20:21.745" v="741" actId="20577"/>
        <pc:sldMkLst>
          <pc:docMk/>
          <pc:sldMk cId="997402119" sldId="256"/>
        </pc:sldMkLst>
        <pc:spChg chg="mod">
          <ac:chgData name="Helen Corbat" userId="bff20198d9db4ecb" providerId="LiveId" clId="{A864CEF2-92EE-415E-9881-B52EB48A335D}" dt="2026-04-18T11:40:35.760" v="279" actId="27636"/>
          <ac:spMkLst>
            <pc:docMk/>
            <pc:sldMk cId="997402119" sldId="256"/>
            <ac:spMk id="2" creationId="{E0624A08-6BB6-CEC5-13BE-882F72E07F7F}"/>
          </ac:spMkLst>
        </pc:spChg>
      </pc:sldChg>
      <pc:sldChg chg="addSp delSp modSp new mod ord setBg addAnim delDesignElem modNotesTx">
        <pc:chgData name="Helen Corbat" userId="bff20198d9db4ecb" providerId="LiveId" clId="{A864CEF2-92EE-415E-9881-B52EB48A335D}" dt="2026-05-02T00:20:21.920" v="742" actId="20577"/>
        <pc:sldMkLst>
          <pc:docMk/>
          <pc:sldMk cId="2969629818" sldId="257"/>
        </pc:sldMkLst>
        <pc:spChg chg="mod">
          <ac:chgData name="Helen Corbat" userId="bff20198d9db4ecb" providerId="LiveId" clId="{A864CEF2-92EE-415E-9881-B52EB48A335D}" dt="2026-04-15T13:46:46.838" v="18" actId="26606"/>
          <ac:spMkLst>
            <pc:docMk/>
            <pc:sldMk cId="2969629818" sldId="257"/>
            <ac:spMk id="2" creationId="{5D33AFB1-B11B-C982-6D3A-37FDD727991A}"/>
          </ac:spMkLst>
        </pc:spChg>
        <pc:spChg chg="add mod">
          <ac:chgData name="Helen Corbat" userId="bff20198d9db4ecb" providerId="LiveId" clId="{A864CEF2-92EE-415E-9881-B52EB48A335D}" dt="2026-04-15T13:46:46.838" v="18" actId="26606"/>
          <ac:spMkLst>
            <pc:docMk/>
            <pc:sldMk cId="2969629818" sldId="257"/>
            <ac:spMk id="6" creationId="{6234CCE7-7F0D-67F3-111B-C84C470BB0AA}"/>
          </ac:spMkLst>
        </pc:spChg>
        <pc:spChg chg="add mod">
          <ac:chgData name="Helen Corbat" userId="bff20198d9db4ecb" providerId="LiveId" clId="{A864CEF2-92EE-415E-9881-B52EB48A335D}" dt="2026-04-15T13:47:06.317" v="27" actId="20577"/>
          <ac:spMkLst>
            <pc:docMk/>
            <pc:sldMk cId="2969629818" sldId="257"/>
            <ac:spMk id="9" creationId="{8ABB9CF5-1733-5E54-B16E-9CCA3BBC72A0}"/>
          </ac:spMkLst>
        </pc:spChg>
        <pc:picChg chg="add">
          <ac:chgData name="Helen Corbat" userId="bff20198d9db4ecb" providerId="LiveId" clId="{A864CEF2-92EE-415E-9881-B52EB48A335D}" dt="2026-04-15T13:46:46.838" v="18" actId="26606"/>
          <ac:picMkLst>
            <pc:docMk/>
            <pc:sldMk cId="2969629818" sldId="257"/>
            <ac:picMk id="8" creationId="{29CF9FE2-31FB-C8A7-D1C0-AC9F98065D79}"/>
          </ac:picMkLst>
        </pc:picChg>
      </pc:sldChg>
      <pc:sldChg chg="addSp delSp modSp new mod setBg delDesignElem modNotesTx">
        <pc:chgData name="Helen Corbat" userId="bff20198d9db4ecb" providerId="LiveId" clId="{A864CEF2-92EE-415E-9881-B52EB48A335D}" dt="2026-05-02T00:20:21.564" v="740" actId="20577"/>
        <pc:sldMkLst>
          <pc:docMk/>
          <pc:sldMk cId="3412061388" sldId="258"/>
        </pc:sldMkLst>
        <pc:spChg chg="mod">
          <ac:chgData name="Helen Corbat" userId="bff20198d9db4ecb" providerId="LiveId" clId="{A864CEF2-92EE-415E-9881-B52EB48A335D}" dt="2026-04-15T13:52:50.260" v="108" actId="26606"/>
          <ac:spMkLst>
            <pc:docMk/>
            <pc:sldMk cId="3412061388" sldId="258"/>
            <ac:spMk id="2" creationId="{3ACB9936-C13A-278A-ABA9-95D103B56686}"/>
          </ac:spMkLst>
        </pc:spChg>
        <pc:graphicFrameChg chg="add">
          <ac:chgData name="Helen Corbat" userId="bff20198d9db4ecb" providerId="LiveId" clId="{A864CEF2-92EE-415E-9881-B52EB48A335D}" dt="2026-04-15T13:52:50.260" v="108" actId="26606"/>
          <ac:graphicFrameMkLst>
            <pc:docMk/>
            <pc:sldMk cId="3412061388" sldId="258"/>
            <ac:graphicFrameMk id="18" creationId="{E35E36A3-9A8D-4812-1842-64BB89D652B5}"/>
          </ac:graphicFrameMkLst>
        </pc:graphicFrameChg>
      </pc:sldChg>
      <pc:sldChg chg="addSp delSp modSp new mod setBg delDesignElem modNotesTx">
        <pc:chgData name="Helen Corbat" userId="bff20198d9db4ecb" providerId="LiveId" clId="{A864CEF2-92EE-415E-9881-B52EB48A335D}" dt="2026-05-02T00:20:21.343" v="739" actId="20577"/>
        <pc:sldMkLst>
          <pc:docMk/>
          <pc:sldMk cId="1116127486" sldId="259"/>
        </pc:sldMkLst>
        <pc:spChg chg="mod">
          <ac:chgData name="Helen Corbat" userId="bff20198d9db4ecb" providerId="LiveId" clId="{A864CEF2-92EE-415E-9881-B52EB48A335D}" dt="2026-04-15T14:03:38.134" v="165" actId="26606"/>
          <ac:spMkLst>
            <pc:docMk/>
            <pc:sldMk cId="1116127486" sldId="259"/>
            <ac:spMk id="2" creationId="{9BCB471E-C2AA-A66F-D5A5-1BDCA7FD3FB0}"/>
          </ac:spMkLst>
        </pc:spChg>
        <pc:graphicFrameChg chg="add">
          <ac:chgData name="Helen Corbat" userId="bff20198d9db4ecb" providerId="LiveId" clId="{A864CEF2-92EE-415E-9881-B52EB48A335D}" dt="2026-04-15T14:03:38.134" v="165" actId="26606"/>
          <ac:graphicFrameMkLst>
            <pc:docMk/>
            <pc:sldMk cId="1116127486" sldId="259"/>
            <ac:graphicFrameMk id="18" creationId="{CD9EFE26-2E7E-A794-09E7-8F2708A7129D}"/>
          </ac:graphicFrameMkLst>
        </pc:graphicFrameChg>
      </pc:sldChg>
      <pc:sldChg chg="addSp delSp modSp new mod setBg delDesignElem modNotesTx">
        <pc:chgData name="Helen Corbat" userId="bff20198d9db4ecb" providerId="LiveId" clId="{A864CEF2-92EE-415E-9881-B52EB48A335D}" dt="2026-05-02T00:20:20.368" v="737" actId="20577"/>
        <pc:sldMkLst>
          <pc:docMk/>
          <pc:sldMk cId="4093775106" sldId="260"/>
        </pc:sldMkLst>
        <pc:spChg chg="mod">
          <ac:chgData name="Helen Corbat" userId="bff20198d9db4ecb" providerId="LiveId" clId="{A864CEF2-92EE-415E-9881-B52EB48A335D}" dt="2026-04-18T13:56:33.363" v="283" actId="20577"/>
          <ac:spMkLst>
            <pc:docMk/>
            <pc:sldMk cId="4093775106" sldId="260"/>
            <ac:spMk id="2" creationId="{DC5984C9-6790-61CC-E7DD-FE619CC66A77}"/>
          </ac:spMkLst>
        </pc:spChg>
        <pc:graphicFrameChg chg="add mod modGraphic">
          <ac:chgData name="Helen Corbat" userId="bff20198d9db4ecb" providerId="LiveId" clId="{A864CEF2-92EE-415E-9881-B52EB48A335D}" dt="2026-04-17T14:49:08.386" v="266" actId="26606"/>
          <ac:graphicFrameMkLst>
            <pc:docMk/>
            <pc:sldMk cId="4093775106" sldId="260"/>
            <ac:graphicFrameMk id="33" creationId="{6E40D719-78C0-7953-6C48-D1E3BFF708D5}"/>
          </ac:graphicFrameMkLst>
        </pc:graphicFrameChg>
        <pc:picChg chg="add mod ord">
          <ac:chgData name="Helen Corbat" userId="bff20198d9db4ecb" providerId="LiveId" clId="{A864CEF2-92EE-415E-9881-B52EB48A335D}" dt="2026-04-17T14:49:08.386" v="266" actId="26606"/>
          <ac:picMkLst>
            <pc:docMk/>
            <pc:sldMk cId="4093775106" sldId="260"/>
            <ac:picMk id="6" creationId="{06971026-1541-2ECF-1BBD-85B9E6FA1ADE}"/>
          </ac:picMkLst>
        </pc:picChg>
        <pc:picChg chg="add mod">
          <ac:chgData name="Helen Corbat" userId="bff20198d9db4ecb" providerId="LiveId" clId="{A864CEF2-92EE-415E-9881-B52EB48A335D}" dt="2026-04-17T14:49:08.386" v="266" actId="26606"/>
          <ac:picMkLst>
            <pc:docMk/>
            <pc:sldMk cId="4093775106" sldId="260"/>
            <ac:picMk id="8" creationId="{72C759DE-EE22-5601-A831-C86F18385EDB}"/>
          </ac:picMkLst>
        </pc:picChg>
      </pc:sldChg>
      <pc:sldChg chg="addSp delSp modSp new mod setBg">
        <pc:chgData name="Helen Corbat" userId="bff20198d9db4ecb" providerId="LiveId" clId="{A864CEF2-92EE-415E-9881-B52EB48A335D}" dt="2026-04-18T14:02:34.275" v="354" actId="14100"/>
        <pc:sldMkLst>
          <pc:docMk/>
          <pc:sldMk cId="155684146" sldId="261"/>
        </pc:sldMkLst>
        <pc:spChg chg="mod">
          <ac:chgData name="Helen Corbat" userId="bff20198d9db4ecb" providerId="LiveId" clId="{A864CEF2-92EE-415E-9881-B52EB48A335D}" dt="2026-04-18T13:59:09.402" v="300" actId="26606"/>
          <ac:spMkLst>
            <pc:docMk/>
            <pc:sldMk cId="155684146" sldId="261"/>
            <ac:spMk id="2" creationId="{28C077C9-4619-4495-47DB-9280738CEA72}"/>
          </ac:spMkLst>
        </pc:spChg>
        <pc:spChg chg="add mod">
          <ac:chgData name="Helen Corbat" userId="bff20198d9db4ecb" providerId="LiveId" clId="{A864CEF2-92EE-415E-9881-B52EB48A335D}" dt="2026-04-18T14:00:40.214" v="316" actId="404"/>
          <ac:spMkLst>
            <pc:docMk/>
            <pc:sldMk cId="155684146" sldId="261"/>
            <ac:spMk id="4" creationId="{9067FEDC-2BE3-5D4D-AA13-68666908CDBB}"/>
          </ac:spMkLst>
        </pc:spChg>
        <pc:spChg chg="add mod">
          <ac:chgData name="Helen Corbat" userId="bff20198d9db4ecb" providerId="LiveId" clId="{A864CEF2-92EE-415E-9881-B52EB48A335D}" dt="2026-04-18T14:01:49.078" v="341" actId="404"/>
          <ac:spMkLst>
            <pc:docMk/>
            <pc:sldMk cId="155684146" sldId="261"/>
            <ac:spMk id="6" creationId="{56BB76D0-FB81-89BC-5AE5-879A5A32534F}"/>
          </ac:spMkLst>
        </pc:spChg>
        <pc:spChg chg="add">
          <ac:chgData name="Helen Corbat" userId="bff20198d9db4ecb" providerId="LiveId" clId="{A864CEF2-92EE-415E-9881-B52EB48A335D}" dt="2026-04-18T13:59:09.402" v="300" actId="26606"/>
          <ac:spMkLst>
            <pc:docMk/>
            <pc:sldMk cId="155684146" sldId="261"/>
            <ac:spMk id="11" creationId="{E35A04CF-97D4-4FF7-B359-C546B1F62E54}"/>
          </ac:spMkLst>
        </pc:spChg>
        <pc:spChg chg="add">
          <ac:chgData name="Helen Corbat" userId="bff20198d9db4ecb" providerId="LiveId" clId="{A864CEF2-92EE-415E-9881-B52EB48A335D}" dt="2026-04-18T13:59:09.402" v="300" actId="26606"/>
          <ac:spMkLst>
            <pc:docMk/>
            <pc:sldMk cId="155684146" sldId="261"/>
            <ac:spMk id="13" creationId="{1DE7243B-5109-444B-8FAF-7437C66BC0E9}"/>
          </ac:spMkLst>
        </pc:spChg>
        <pc:spChg chg="add">
          <ac:chgData name="Helen Corbat" userId="bff20198d9db4ecb" providerId="LiveId" clId="{A864CEF2-92EE-415E-9881-B52EB48A335D}" dt="2026-04-18T13:59:09.402" v="300" actId="26606"/>
          <ac:spMkLst>
            <pc:docMk/>
            <pc:sldMk cId="155684146" sldId="261"/>
            <ac:spMk id="15" creationId="{4C5D6221-DA7B-4611-AA26-7D8E349FDE96}"/>
          </ac:spMkLst>
        </pc:spChg>
        <pc:spChg chg="add mod">
          <ac:chgData name="Helen Corbat" userId="bff20198d9db4ecb" providerId="LiveId" clId="{A864CEF2-92EE-415E-9881-B52EB48A335D}" dt="2026-04-18T14:02:18.399" v="350" actId="1076"/>
          <ac:spMkLst>
            <pc:docMk/>
            <pc:sldMk cId="155684146" sldId="261"/>
            <ac:spMk id="17" creationId="{EE0A9317-78F8-192D-5D27-2E1E18C71EDC}"/>
          </ac:spMkLst>
        </pc:spChg>
        <pc:picChg chg="add mod">
          <ac:chgData name="Helen Corbat" userId="bff20198d9db4ecb" providerId="LiveId" clId="{A864CEF2-92EE-415E-9881-B52EB48A335D}" dt="2026-04-18T14:02:34.275" v="354" actId="14100"/>
          <ac:picMkLst>
            <pc:docMk/>
            <pc:sldMk cId="155684146" sldId="261"/>
            <ac:picMk id="19" creationId="{53A97437-D658-B607-55B1-684941CF502F}"/>
          </ac:picMkLst>
        </pc:picChg>
      </pc:sldChg>
      <pc:sldChg chg="addSp delSp modSp new mod setBg">
        <pc:chgData name="Helen Corbat" userId="bff20198d9db4ecb" providerId="LiveId" clId="{A864CEF2-92EE-415E-9881-B52EB48A335D}" dt="2026-04-19T12:54:40.143" v="549" actId="20577"/>
        <pc:sldMkLst>
          <pc:docMk/>
          <pc:sldMk cId="259696970" sldId="262"/>
        </pc:sldMkLst>
        <pc:spChg chg="mod">
          <ac:chgData name="Helen Corbat" userId="bff20198d9db4ecb" providerId="LiveId" clId="{A864CEF2-92EE-415E-9881-B52EB48A335D}" dt="2026-04-19T12:54:40.143" v="549" actId="20577"/>
          <ac:spMkLst>
            <pc:docMk/>
            <pc:sldMk cId="259696970" sldId="262"/>
            <ac:spMk id="2" creationId="{D0D6885A-69A1-DCB2-29AD-8F75EC9C2C7F}"/>
          </ac:spMkLst>
        </pc:spChg>
        <pc:spChg chg="add">
          <ac:chgData name="Helen Corbat" userId="bff20198d9db4ecb" providerId="LiveId" clId="{A864CEF2-92EE-415E-9881-B52EB48A335D}" dt="2026-04-18T14:05:51.227" v="458" actId="26606"/>
          <ac:spMkLst>
            <pc:docMk/>
            <pc:sldMk cId="259696970" sldId="262"/>
            <ac:spMk id="31" creationId="{1A3C89F8-0D2F-47FF-B903-151248265F47}"/>
          </ac:spMkLst>
        </pc:spChg>
        <pc:spChg chg="add">
          <ac:chgData name="Helen Corbat" userId="bff20198d9db4ecb" providerId="LiveId" clId="{A864CEF2-92EE-415E-9881-B52EB48A335D}" dt="2026-04-18T14:05:51.227" v="458" actId="26606"/>
          <ac:spMkLst>
            <pc:docMk/>
            <pc:sldMk cId="259696970" sldId="262"/>
            <ac:spMk id="32" creationId="{C5CB530E-515E-412C-9DF1-5F8FFBD6F383}"/>
          </ac:spMkLst>
        </pc:spChg>
        <pc:spChg chg="add">
          <ac:chgData name="Helen Corbat" userId="bff20198d9db4ecb" providerId="LiveId" clId="{A864CEF2-92EE-415E-9881-B52EB48A335D}" dt="2026-04-18T14:05:51.227" v="458" actId="26606"/>
          <ac:spMkLst>
            <pc:docMk/>
            <pc:sldMk cId="259696970" sldId="262"/>
            <ac:spMk id="33" creationId="{712D4376-A578-4FF1-94FC-245E7A6A489F}"/>
          </ac:spMkLst>
        </pc:spChg>
        <pc:spChg chg="add">
          <ac:chgData name="Helen Corbat" userId="bff20198d9db4ecb" providerId="LiveId" clId="{A864CEF2-92EE-415E-9881-B52EB48A335D}" dt="2026-04-18T14:05:51.227" v="458" actId="26606"/>
          <ac:spMkLst>
            <pc:docMk/>
            <pc:sldMk cId="259696970" sldId="262"/>
            <ac:spMk id="34" creationId="{AEA7509D-F04F-40CB-A0B3-EEF16499CC9F}"/>
          </ac:spMkLst>
        </pc:spChg>
        <pc:spChg chg="add">
          <ac:chgData name="Helen Corbat" userId="bff20198d9db4ecb" providerId="LiveId" clId="{A864CEF2-92EE-415E-9881-B52EB48A335D}" dt="2026-04-18T14:05:51.227" v="458" actId="26606"/>
          <ac:spMkLst>
            <pc:docMk/>
            <pc:sldMk cId="259696970" sldId="262"/>
            <ac:spMk id="36" creationId="{508BEF50-7B1E-49A4-BC19-5F4F1D755E64}"/>
          </ac:spMkLst>
        </pc:spChg>
        <pc:spChg chg="add">
          <ac:chgData name="Helen Corbat" userId="bff20198d9db4ecb" providerId="LiveId" clId="{A864CEF2-92EE-415E-9881-B52EB48A335D}" dt="2026-04-18T14:05:51.227" v="458" actId="26606"/>
          <ac:spMkLst>
            <pc:docMk/>
            <pc:sldMk cId="259696970" sldId="262"/>
            <ac:spMk id="37" creationId="{3FBAD350-5664-4811-A208-657FB882D350}"/>
          </ac:spMkLst>
        </pc:spChg>
        <pc:spChg chg="add">
          <ac:chgData name="Helen Corbat" userId="bff20198d9db4ecb" providerId="LiveId" clId="{A864CEF2-92EE-415E-9881-B52EB48A335D}" dt="2026-04-18T14:05:51.227" v="458" actId="26606"/>
          <ac:spMkLst>
            <pc:docMk/>
            <pc:sldMk cId="259696970" sldId="262"/>
            <ac:spMk id="38" creationId="{C39ADB8F-D187-49D7-BDCF-C1B6DC727068}"/>
          </ac:spMkLst>
        </pc:spChg>
        <pc:cxnChg chg="add">
          <ac:chgData name="Helen Corbat" userId="bff20198d9db4ecb" providerId="LiveId" clId="{A864CEF2-92EE-415E-9881-B52EB48A335D}" dt="2026-04-18T14:05:51.227" v="458" actId="26606"/>
          <ac:cxnSpMkLst>
            <pc:docMk/>
            <pc:sldMk cId="259696970" sldId="262"/>
            <ac:cxnSpMk id="35" creationId="{56020367-4FD5-4596-8E10-C5F095CD8DBF}"/>
          </ac:cxnSpMkLst>
        </pc:cxnChg>
      </pc:sldChg>
      <pc:sldChg chg="addSp delSp modSp new mod ord setBg">
        <pc:chgData name="Helen Corbat" userId="bff20198d9db4ecb" providerId="LiveId" clId="{A864CEF2-92EE-415E-9881-B52EB48A335D}" dt="2026-04-19T12:55:04.734" v="552" actId="26606"/>
        <pc:sldMkLst>
          <pc:docMk/>
          <pc:sldMk cId="2023450107" sldId="263"/>
        </pc:sldMkLst>
        <pc:spChg chg="mod">
          <ac:chgData name="Helen Corbat" userId="bff20198d9db4ecb" providerId="LiveId" clId="{A864CEF2-92EE-415E-9881-B52EB48A335D}" dt="2026-04-19T12:55:04.734" v="552" actId="26606"/>
          <ac:spMkLst>
            <pc:docMk/>
            <pc:sldMk cId="2023450107" sldId="263"/>
            <ac:spMk id="2" creationId="{3E3C155F-2962-C8D6-4E87-1D3770A17453}"/>
          </ac:spMkLst>
        </pc:spChg>
        <pc:spChg chg="add">
          <ac:chgData name="Helen Corbat" userId="bff20198d9db4ecb" providerId="LiveId" clId="{A864CEF2-92EE-415E-9881-B52EB48A335D}" dt="2026-04-19T12:55:04.734" v="552" actId="26606"/>
          <ac:spMkLst>
            <pc:docMk/>
            <pc:sldMk cId="2023450107" sldId="263"/>
            <ac:spMk id="9" creationId="{0671A8AE-40A1-4631-A6B8-581AFF065482}"/>
          </ac:spMkLst>
        </pc:spChg>
        <pc:spChg chg="add">
          <ac:chgData name="Helen Corbat" userId="bff20198d9db4ecb" providerId="LiveId" clId="{A864CEF2-92EE-415E-9881-B52EB48A335D}" dt="2026-04-19T12:55:04.734" v="552" actId="26606"/>
          <ac:spMkLst>
            <pc:docMk/>
            <pc:sldMk cId="2023450107" sldId="263"/>
            <ac:spMk id="15" creationId="{08C9B587-E65E-4B52-B37C-ABEBB6E87928}"/>
          </ac:spMkLst>
        </pc:spChg>
        <pc:spChg chg="add">
          <ac:chgData name="Helen Corbat" userId="bff20198d9db4ecb" providerId="LiveId" clId="{A864CEF2-92EE-415E-9881-B52EB48A335D}" dt="2026-04-19T12:55:04.734" v="552" actId="26606"/>
          <ac:spMkLst>
            <pc:docMk/>
            <pc:sldMk cId="2023450107" sldId="263"/>
            <ac:spMk id="16" creationId="{AB58EF07-17C2-48CF-ABB0-EEF1F17CB8F0}"/>
          </ac:spMkLst>
        </pc:spChg>
        <pc:spChg chg="add">
          <ac:chgData name="Helen Corbat" userId="bff20198d9db4ecb" providerId="LiveId" clId="{A864CEF2-92EE-415E-9881-B52EB48A335D}" dt="2026-04-19T12:55:04.734" v="552" actId="26606"/>
          <ac:spMkLst>
            <pc:docMk/>
            <pc:sldMk cId="2023450107" sldId="263"/>
            <ac:spMk id="17" creationId="{AF2F604E-43BE-4DC3-B983-E071523364F8}"/>
          </ac:spMkLst>
        </pc:spChg>
        <pc:picChg chg="add">
          <ac:chgData name="Helen Corbat" userId="bff20198d9db4ecb" providerId="LiveId" clId="{A864CEF2-92EE-415E-9881-B52EB48A335D}" dt="2026-04-19T12:55:04.734" v="552" actId="26606"/>
          <ac:picMkLst>
            <pc:docMk/>
            <pc:sldMk cId="2023450107" sldId="263"/>
            <ac:picMk id="5" creationId="{1DACC7FC-7E96-BDB8-3FFF-9822F855667E}"/>
          </ac:picMkLst>
        </pc:picChg>
      </pc:sldChg>
      <pc:sldChg chg="addSp delSp modSp new mod setBg modNotesTx">
        <pc:chgData name="Helen Corbat" userId="bff20198d9db4ecb" providerId="LiveId" clId="{A864CEF2-92EE-415E-9881-B52EB48A335D}" dt="2026-04-19T13:19:10.078" v="595" actId="20577"/>
        <pc:sldMkLst>
          <pc:docMk/>
          <pc:sldMk cId="3450283542" sldId="264"/>
        </pc:sldMkLst>
        <pc:spChg chg="mod ord">
          <ac:chgData name="Helen Corbat" userId="bff20198d9db4ecb" providerId="LiveId" clId="{A864CEF2-92EE-415E-9881-B52EB48A335D}" dt="2026-04-19T13:14:39.099" v="592" actId="26606"/>
          <ac:spMkLst>
            <pc:docMk/>
            <pc:sldMk cId="3450283542" sldId="264"/>
            <ac:spMk id="2" creationId="{4B65F894-E556-E5E4-7F31-5C97D8A03453}"/>
          </ac:spMkLst>
        </pc:spChg>
        <pc:spChg chg="add del mod ord">
          <ac:chgData name="Helen Corbat" userId="bff20198d9db4ecb" providerId="LiveId" clId="{A864CEF2-92EE-415E-9881-B52EB48A335D}" dt="2026-04-19T13:14:52.249" v="593" actId="5793"/>
          <ac:spMkLst>
            <pc:docMk/>
            <pc:sldMk cId="3450283542" sldId="264"/>
            <ac:spMk id="7" creationId="{3D7B0619-C755-7286-95E8-99948AD97381}"/>
          </ac:spMkLst>
        </pc:spChg>
        <pc:spChg chg="add">
          <ac:chgData name="Helen Corbat" userId="bff20198d9db4ecb" providerId="LiveId" clId="{A864CEF2-92EE-415E-9881-B52EB48A335D}" dt="2026-04-19T13:14:39.099" v="592" actId="26606"/>
          <ac:spMkLst>
            <pc:docMk/>
            <pc:sldMk cId="3450283542" sldId="264"/>
            <ac:spMk id="43" creationId="{352BEC0E-22F8-46D0-9632-375DB541B06C}"/>
          </ac:spMkLst>
        </pc:spChg>
        <pc:spChg chg="add">
          <ac:chgData name="Helen Corbat" userId="bff20198d9db4ecb" providerId="LiveId" clId="{A864CEF2-92EE-415E-9881-B52EB48A335D}" dt="2026-04-19T13:14:39.099" v="592" actId="26606"/>
          <ac:spMkLst>
            <pc:docMk/>
            <pc:sldMk cId="3450283542" sldId="264"/>
            <ac:spMk id="44" creationId="{3FCFB1DE-0B7E-48CC-BA90-B2AB0889F9D6}"/>
          </ac:spMkLst>
        </pc:spChg>
        <pc:picChg chg="add mod">
          <ac:chgData name="Helen Corbat" userId="bff20198d9db4ecb" providerId="LiveId" clId="{A864CEF2-92EE-415E-9881-B52EB48A335D}" dt="2026-04-19T13:14:39.099" v="592" actId="26606"/>
          <ac:picMkLst>
            <pc:docMk/>
            <pc:sldMk cId="3450283542" sldId="264"/>
            <ac:picMk id="11" creationId="{10118AF4-52BC-25B0-0F7D-9E2C411599B8}"/>
          </ac:picMkLst>
        </pc:picChg>
        <pc:picChg chg="add mod">
          <ac:chgData name="Helen Corbat" userId="bff20198d9db4ecb" providerId="LiveId" clId="{A864CEF2-92EE-415E-9881-B52EB48A335D}" dt="2026-04-19T13:14:39.099" v="592" actId="26606"/>
          <ac:picMkLst>
            <pc:docMk/>
            <pc:sldMk cId="3450283542" sldId="264"/>
            <ac:picMk id="13" creationId="{96681883-3E2E-AB78-77B7-F233771D3C29}"/>
          </ac:picMkLst>
        </pc:picChg>
      </pc:sldChg>
      <pc:sldChg chg="addSp delSp modSp new mod setBg modNotesTx">
        <pc:chgData name="Helen Corbat" userId="bff20198d9db4ecb" providerId="LiveId" clId="{A864CEF2-92EE-415E-9881-B52EB48A335D}" dt="2026-04-21T10:29:00.845" v="728" actId="6549"/>
        <pc:sldMkLst>
          <pc:docMk/>
          <pc:sldMk cId="2294039103" sldId="265"/>
        </pc:sldMkLst>
        <pc:spChg chg="mod">
          <ac:chgData name="Helen Corbat" userId="bff20198d9db4ecb" providerId="LiveId" clId="{A864CEF2-92EE-415E-9881-B52EB48A335D}" dt="2026-04-19T13:43:45.711" v="622" actId="26606"/>
          <ac:spMkLst>
            <pc:docMk/>
            <pc:sldMk cId="2294039103" sldId="265"/>
            <ac:spMk id="2" creationId="{07A6FA96-72B3-F2F1-CEF7-9B08586C2367}"/>
          </ac:spMkLst>
        </pc:spChg>
        <pc:spChg chg="add del mod ord">
          <ac:chgData name="Helen Corbat" userId="bff20198d9db4ecb" providerId="LiveId" clId="{A864CEF2-92EE-415E-9881-B52EB48A335D}" dt="2026-04-19T13:43:48.129" v="624" actId="26606"/>
          <ac:spMkLst>
            <pc:docMk/>
            <pc:sldMk cId="2294039103" sldId="265"/>
            <ac:spMk id="3" creationId="{026D0451-B515-CCEE-A363-4B09AC3E6921}"/>
          </ac:spMkLst>
        </pc:spChg>
        <pc:spChg chg="add del">
          <ac:chgData name="Helen Corbat" userId="bff20198d9db4ecb" providerId="LiveId" clId="{A864CEF2-92EE-415E-9881-B52EB48A335D}" dt="2026-04-19T13:43:48.129" v="624" actId="26606"/>
          <ac:spMkLst>
            <pc:docMk/>
            <pc:sldMk cId="2294039103" sldId="265"/>
            <ac:spMk id="15" creationId="{352BEC0E-22F8-46D0-9632-375DB541B06C}"/>
          </ac:spMkLst>
        </pc:spChg>
        <pc:spChg chg="add del">
          <ac:chgData name="Helen Corbat" userId="bff20198d9db4ecb" providerId="LiveId" clId="{A864CEF2-92EE-415E-9881-B52EB48A335D}" dt="2026-04-19T13:43:48.129" v="624" actId="26606"/>
          <ac:spMkLst>
            <pc:docMk/>
            <pc:sldMk cId="2294039103" sldId="265"/>
            <ac:spMk id="17" creationId="{3FCFB1DE-0B7E-48CC-BA90-B2AB0889F9D6}"/>
          </ac:spMkLst>
        </pc:spChg>
        <pc:picChg chg="add mod ord">
          <ac:chgData name="Helen Corbat" userId="bff20198d9db4ecb" providerId="LiveId" clId="{A864CEF2-92EE-415E-9881-B52EB48A335D}" dt="2026-04-19T13:43:45.711" v="622" actId="26606"/>
          <ac:picMkLst>
            <pc:docMk/>
            <pc:sldMk cId="2294039103" sldId="265"/>
            <ac:picMk id="5" creationId="{8BB4B492-2C52-09B8-5219-D1A5FE52E933}"/>
          </ac:picMkLst>
        </pc:picChg>
      </pc:sldChg>
      <pc:sldChg chg="addSp modSp new mod setBg">
        <pc:chgData name="Helen Corbat" userId="bff20198d9db4ecb" providerId="LiveId" clId="{A864CEF2-92EE-415E-9881-B52EB48A335D}" dt="2026-04-19T13:48:51.265" v="725" actId="26606"/>
        <pc:sldMkLst>
          <pc:docMk/>
          <pc:sldMk cId="266296089" sldId="266"/>
        </pc:sldMkLst>
        <pc:spChg chg="mod">
          <ac:chgData name="Helen Corbat" userId="bff20198d9db4ecb" providerId="LiveId" clId="{A864CEF2-92EE-415E-9881-B52EB48A335D}" dt="2026-04-19T13:48:51.265" v="725" actId="26606"/>
          <ac:spMkLst>
            <pc:docMk/>
            <pc:sldMk cId="266296089" sldId="266"/>
            <ac:spMk id="2" creationId="{57583192-F2EF-9AFC-C72E-8ACED1743456}"/>
          </ac:spMkLst>
        </pc:spChg>
        <pc:spChg chg="mod">
          <ac:chgData name="Helen Corbat" userId="bff20198d9db4ecb" providerId="LiveId" clId="{A864CEF2-92EE-415E-9881-B52EB48A335D}" dt="2026-04-19T13:48:51.265" v="725" actId="26606"/>
          <ac:spMkLst>
            <pc:docMk/>
            <pc:sldMk cId="266296089" sldId="266"/>
            <ac:spMk id="3" creationId="{A42430D3-E4AD-4ACA-1570-318E298CC64B}"/>
          </ac:spMkLst>
        </pc:spChg>
        <pc:spChg chg="add">
          <ac:chgData name="Helen Corbat" userId="bff20198d9db4ecb" providerId="LiveId" clId="{A864CEF2-92EE-415E-9881-B52EB48A335D}" dt="2026-04-19T13:48:51.265" v="725" actId="26606"/>
          <ac:spMkLst>
            <pc:docMk/>
            <pc:sldMk cId="266296089" sldId="266"/>
            <ac:spMk id="8" creationId="{327D73B4-9F5C-4A64-A179-51B9500CB8B5}"/>
          </ac:spMkLst>
        </pc:spChg>
        <pc:spChg chg="add">
          <ac:chgData name="Helen Corbat" userId="bff20198d9db4ecb" providerId="LiveId" clId="{A864CEF2-92EE-415E-9881-B52EB48A335D}" dt="2026-04-19T13:48:51.265" v="725" actId="26606"/>
          <ac:spMkLst>
            <pc:docMk/>
            <pc:sldMk cId="266296089" sldId="266"/>
            <ac:spMk id="10" creationId="{C1F06963-6374-4B48-844F-071A9BAAAE02}"/>
          </ac:spMkLst>
        </pc:spChg>
        <pc:spChg chg="add">
          <ac:chgData name="Helen Corbat" userId="bff20198d9db4ecb" providerId="LiveId" clId="{A864CEF2-92EE-415E-9881-B52EB48A335D}" dt="2026-04-19T13:48:51.265" v="725" actId="26606"/>
          <ac:spMkLst>
            <pc:docMk/>
            <pc:sldMk cId="266296089" sldId="266"/>
            <ac:spMk id="12" creationId="{6CB927A4-E432-4310-9CD5-E89FF5063179}"/>
          </ac:spMkLst>
        </pc:spChg>
        <pc:spChg chg="add">
          <ac:chgData name="Helen Corbat" userId="bff20198d9db4ecb" providerId="LiveId" clId="{A864CEF2-92EE-415E-9881-B52EB48A335D}" dt="2026-04-19T13:48:51.265" v="725" actId="26606"/>
          <ac:spMkLst>
            <pc:docMk/>
            <pc:sldMk cId="266296089" sldId="266"/>
            <ac:spMk id="14" creationId="{1453BF6C-B012-48B7-B4E8-6D7AC7C27D02}"/>
          </ac:spMkLst>
        </pc:spChg>
        <pc:spChg chg="add">
          <ac:chgData name="Helen Corbat" userId="bff20198d9db4ecb" providerId="LiveId" clId="{A864CEF2-92EE-415E-9881-B52EB48A335D}" dt="2026-04-19T13:48:51.265" v="725" actId="26606"/>
          <ac:spMkLst>
            <pc:docMk/>
            <pc:sldMk cId="266296089" sldId="266"/>
            <ac:spMk id="16" creationId="{E3020543-B24B-4EC4-8FFC-8DD88EEA91A8}"/>
          </ac:spMkLst>
        </pc:spChg>
        <pc:cxnChg chg="add">
          <ac:chgData name="Helen Corbat" userId="bff20198d9db4ecb" providerId="LiveId" clId="{A864CEF2-92EE-415E-9881-B52EB48A335D}" dt="2026-04-19T13:48:51.265" v="725" actId="26606"/>
          <ac:cxnSpMkLst>
            <pc:docMk/>
            <pc:sldMk cId="266296089" sldId="266"/>
            <ac:cxnSpMk id="18" creationId="{C49DA8F6-BCC1-4447-B54C-57856834B94B}"/>
          </ac:cxnSpMkLst>
        </pc:cxn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EEE32E-8040-450C-9978-435A7FAF678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4EE8AA8-4243-47C4-9B69-244648E4A780}">
      <dgm:prSet/>
      <dgm:spPr/>
      <dgm:t>
        <a:bodyPr/>
        <a:lstStyle/>
        <a:p>
          <a:r>
            <a:rPr lang="en-US" b="1"/>
            <a:t>Evaluation Scope</a:t>
          </a:r>
          <a:endParaRPr lang="en-US"/>
        </a:p>
      </dgm:t>
    </dgm:pt>
    <dgm:pt modelId="{0E0B00DF-ED0C-4F6A-8B92-68ED145E7ED1}" type="parTrans" cxnId="{15C2EC99-1901-4A7F-AB3B-B7B6116F0121}">
      <dgm:prSet/>
      <dgm:spPr/>
      <dgm:t>
        <a:bodyPr/>
        <a:lstStyle/>
        <a:p>
          <a:endParaRPr lang="en-US"/>
        </a:p>
      </dgm:t>
    </dgm:pt>
    <dgm:pt modelId="{4E91DD0D-82AF-4C4A-8C37-6F8E0584F6F4}" type="sibTrans" cxnId="{15C2EC99-1901-4A7F-AB3B-B7B6116F0121}">
      <dgm:prSet/>
      <dgm:spPr/>
      <dgm:t>
        <a:bodyPr/>
        <a:lstStyle/>
        <a:p>
          <a:endParaRPr lang="en-US"/>
        </a:p>
      </dgm:t>
    </dgm:pt>
    <dgm:pt modelId="{2B5E5206-540B-4647-8A53-A319424B75D0}">
      <dgm:prSet/>
      <dgm:spPr/>
      <dgm:t>
        <a:bodyPr/>
        <a:lstStyle/>
        <a:p>
          <a:r>
            <a:rPr lang="en-US"/>
            <a:t>Personal Auto (~12,000 claims) </a:t>
          </a:r>
        </a:p>
      </dgm:t>
    </dgm:pt>
    <dgm:pt modelId="{62575B08-51FB-4C50-AD13-E96A129BCC94}" type="parTrans" cxnId="{5A6A4127-1312-4982-898D-9B24CA2099D5}">
      <dgm:prSet/>
      <dgm:spPr/>
      <dgm:t>
        <a:bodyPr/>
        <a:lstStyle/>
        <a:p>
          <a:endParaRPr lang="en-US"/>
        </a:p>
      </dgm:t>
    </dgm:pt>
    <dgm:pt modelId="{7DBA3526-5D65-4310-8E9C-7F085B0D7216}" type="sibTrans" cxnId="{5A6A4127-1312-4982-898D-9B24CA2099D5}">
      <dgm:prSet/>
      <dgm:spPr/>
      <dgm:t>
        <a:bodyPr/>
        <a:lstStyle/>
        <a:p>
          <a:endParaRPr lang="en-US"/>
        </a:p>
      </dgm:t>
    </dgm:pt>
    <dgm:pt modelId="{E1ABFEDA-499C-4A92-86BA-2DBCF3509F86}">
      <dgm:prSet/>
      <dgm:spPr/>
      <dgm:t>
        <a:bodyPr/>
        <a:lstStyle/>
        <a:p>
          <a:r>
            <a:rPr lang="en-US"/>
            <a:t>Commercial Property (~4,500 claims)</a:t>
          </a:r>
        </a:p>
      </dgm:t>
    </dgm:pt>
    <dgm:pt modelId="{7EBF7D9A-CFF8-409D-A11D-65D988F02AC6}" type="parTrans" cxnId="{875CBF62-C698-4F79-BAD2-63C212B38A1C}">
      <dgm:prSet/>
      <dgm:spPr/>
      <dgm:t>
        <a:bodyPr/>
        <a:lstStyle/>
        <a:p>
          <a:endParaRPr lang="en-US"/>
        </a:p>
      </dgm:t>
    </dgm:pt>
    <dgm:pt modelId="{DA55A928-94B4-4E33-8062-D49542313359}" type="sibTrans" cxnId="{875CBF62-C698-4F79-BAD2-63C212B38A1C}">
      <dgm:prSet/>
      <dgm:spPr/>
      <dgm:t>
        <a:bodyPr/>
        <a:lstStyle/>
        <a:p>
          <a:endParaRPr lang="en-US"/>
        </a:p>
      </dgm:t>
    </dgm:pt>
    <dgm:pt modelId="{05D1797F-B3C9-4BB3-819B-E04014CD5C40}">
      <dgm:prSet/>
      <dgm:spPr/>
      <dgm:t>
        <a:bodyPr/>
        <a:lstStyle/>
        <a:p>
          <a:r>
            <a:rPr lang="en-US" b="1"/>
            <a:t>Performance Metric</a:t>
          </a:r>
          <a:endParaRPr lang="en-US"/>
        </a:p>
      </dgm:t>
    </dgm:pt>
    <dgm:pt modelId="{8D01398C-6F06-4702-9097-BC59466660EA}" type="parTrans" cxnId="{1DA81CEF-E9E3-402E-86E1-8D59AFD19E12}">
      <dgm:prSet/>
      <dgm:spPr/>
      <dgm:t>
        <a:bodyPr/>
        <a:lstStyle/>
        <a:p>
          <a:endParaRPr lang="en-US"/>
        </a:p>
      </dgm:t>
    </dgm:pt>
    <dgm:pt modelId="{0E7A109D-2C99-4786-BD16-4F263BAA3144}" type="sibTrans" cxnId="{1DA81CEF-E9E3-402E-86E1-8D59AFD19E12}">
      <dgm:prSet/>
      <dgm:spPr/>
      <dgm:t>
        <a:bodyPr/>
        <a:lstStyle/>
        <a:p>
          <a:endParaRPr lang="en-US"/>
        </a:p>
      </dgm:t>
    </dgm:pt>
    <dgm:pt modelId="{8C4B9515-3CF4-4519-9835-CCE71ABB0E52}">
      <dgm:prSet/>
      <dgm:spPr/>
      <dgm:t>
        <a:bodyPr/>
        <a:lstStyle/>
        <a:p>
          <a:r>
            <a:rPr lang="en-US"/>
            <a:t>Mean Absolute Error (MAE) </a:t>
          </a:r>
        </a:p>
      </dgm:t>
    </dgm:pt>
    <dgm:pt modelId="{C93B97AF-1D22-49F1-8CF0-25A1F296A4AB}" type="parTrans" cxnId="{F0698CBC-33F3-4C63-A766-E4DD922C4860}">
      <dgm:prSet/>
      <dgm:spPr/>
      <dgm:t>
        <a:bodyPr/>
        <a:lstStyle/>
        <a:p>
          <a:endParaRPr lang="en-US"/>
        </a:p>
      </dgm:t>
    </dgm:pt>
    <dgm:pt modelId="{6DBD82AF-BA4E-41CF-9AFC-C64BF6D5CDAF}" type="sibTrans" cxnId="{F0698CBC-33F3-4C63-A766-E4DD922C4860}">
      <dgm:prSet/>
      <dgm:spPr/>
      <dgm:t>
        <a:bodyPr/>
        <a:lstStyle/>
        <a:p>
          <a:endParaRPr lang="en-US"/>
        </a:p>
      </dgm:t>
    </dgm:pt>
    <dgm:pt modelId="{FCF8AA25-D4D7-4C84-8B82-9B40A3BE299F}">
      <dgm:prSet/>
      <dgm:spPr/>
      <dgm:t>
        <a:bodyPr/>
        <a:lstStyle/>
        <a:p>
          <a:r>
            <a:rPr lang="en-US" b="1"/>
            <a:t>Decision Criteria</a:t>
          </a:r>
          <a:endParaRPr lang="en-US"/>
        </a:p>
      </dgm:t>
    </dgm:pt>
    <dgm:pt modelId="{C42C216E-8107-4C9A-8534-33195F82DE9D}" type="parTrans" cxnId="{97312893-8792-42E9-879E-EC31FB633F45}">
      <dgm:prSet/>
      <dgm:spPr/>
      <dgm:t>
        <a:bodyPr/>
        <a:lstStyle/>
        <a:p>
          <a:endParaRPr lang="en-US"/>
        </a:p>
      </dgm:t>
    </dgm:pt>
    <dgm:pt modelId="{0AC3EC94-9F0C-4C7A-A7C0-A8B6B841FE0C}" type="sibTrans" cxnId="{97312893-8792-42E9-879E-EC31FB633F45}">
      <dgm:prSet/>
      <dgm:spPr/>
      <dgm:t>
        <a:bodyPr/>
        <a:lstStyle/>
        <a:p>
          <a:endParaRPr lang="en-US"/>
        </a:p>
      </dgm:t>
    </dgm:pt>
    <dgm:pt modelId="{DB8A569D-FA79-40DD-9818-D709641C0E56}">
      <dgm:prSet/>
      <dgm:spPr/>
      <dgm:t>
        <a:bodyPr/>
        <a:lstStyle/>
        <a:p>
          <a:r>
            <a:rPr lang="en-US"/>
            <a:t>Improvement must be: </a:t>
          </a:r>
        </a:p>
      </dgm:t>
    </dgm:pt>
    <dgm:pt modelId="{C7CE1DED-0DDB-4570-AAD2-44D744B96F3C}" type="parTrans" cxnId="{523E110B-B05B-4276-8080-6B67DD352CB3}">
      <dgm:prSet/>
      <dgm:spPr/>
      <dgm:t>
        <a:bodyPr/>
        <a:lstStyle/>
        <a:p>
          <a:endParaRPr lang="en-US"/>
        </a:p>
      </dgm:t>
    </dgm:pt>
    <dgm:pt modelId="{F1368261-0358-49E1-808E-E2117DDDCCE3}" type="sibTrans" cxnId="{523E110B-B05B-4276-8080-6B67DD352CB3}">
      <dgm:prSet/>
      <dgm:spPr/>
      <dgm:t>
        <a:bodyPr/>
        <a:lstStyle/>
        <a:p>
          <a:endParaRPr lang="en-US"/>
        </a:p>
      </dgm:t>
    </dgm:pt>
    <dgm:pt modelId="{251CEF35-9F65-46A4-90D3-E081FC11F75D}">
      <dgm:prSet/>
      <dgm:spPr/>
      <dgm:t>
        <a:bodyPr/>
        <a:lstStyle/>
        <a:p>
          <a:r>
            <a:rPr lang="en-US" b="1"/>
            <a:t>Meaningful in magnitude</a:t>
          </a:r>
          <a:r>
            <a:rPr lang="en-US"/>
            <a:t> </a:t>
          </a:r>
        </a:p>
      </dgm:t>
    </dgm:pt>
    <dgm:pt modelId="{F78F3287-8EA6-4369-AA9E-98F5F0B42F9F}" type="parTrans" cxnId="{3F022FD7-572E-4543-A3EA-1C86C5752889}">
      <dgm:prSet/>
      <dgm:spPr/>
      <dgm:t>
        <a:bodyPr/>
        <a:lstStyle/>
        <a:p>
          <a:endParaRPr lang="en-US"/>
        </a:p>
      </dgm:t>
    </dgm:pt>
    <dgm:pt modelId="{4003A711-B5F6-4B3A-8EB5-85B5AEBDA001}" type="sibTrans" cxnId="{3F022FD7-572E-4543-A3EA-1C86C5752889}">
      <dgm:prSet/>
      <dgm:spPr/>
      <dgm:t>
        <a:bodyPr/>
        <a:lstStyle/>
        <a:p>
          <a:endParaRPr lang="en-US"/>
        </a:p>
      </dgm:t>
    </dgm:pt>
    <dgm:pt modelId="{14B4ED36-98FD-4D4A-BA11-914D0543502D}">
      <dgm:prSet/>
      <dgm:spPr/>
      <dgm:t>
        <a:bodyPr/>
        <a:lstStyle/>
        <a:p>
          <a:r>
            <a:rPr lang="en-US" b="1"/>
            <a:t>Reliable (low uncertainty)</a:t>
          </a:r>
          <a:endParaRPr lang="en-US"/>
        </a:p>
      </dgm:t>
    </dgm:pt>
    <dgm:pt modelId="{C45D0582-FA38-4D2D-954C-D1910EB55C81}" type="parTrans" cxnId="{A169A5BE-751D-4FF2-91E0-CE150A23E614}">
      <dgm:prSet/>
      <dgm:spPr/>
      <dgm:t>
        <a:bodyPr/>
        <a:lstStyle/>
        <a:p>
          <a:endParaRPr lang="en-US"/>
        </a:p>
      </dgm:t>
    </dgm:pt>
    <dgm:pt modelId="{E1D974E6-EB4D-4789-A241-EEE880105E64}" type="sibTrans" cxnId="{A169A5BE-751D-4FF2-91E0-CE150A23E614}">
      <dgm:prSet/>
      <dgm:spPr/>
      <dgm:t>
        <a:bodyPr/>
        <a:lstStyle/>
        <a:p>
          <a:endParaRPr lang="en-US"/>
        </a:p>
      </dgm:t>
    </dgm:pt>
    <dgm:pt modelId="{74604277-11D2-4B61-8DDA-EF7F37066A4B}" type="pres">
      <dgm:prSet presAssocID="{4FEEE32E-8040-450C-9978-435A7FAF6787}" presName="root" presStyleCnt="0">
        <dgm:presLayoutVars>
          <dgm:dir/>
          <dgm:resizeHandles val="exact"/>
        </dgm:presLayoutVars>
      </dgm:prSet>
      <dgm:spPr/>
    </dgm:pt>
    <dgm:pt modelId="{4F0A2622-7FE5-44C6-8584-1CD83701F169}" type="pres">
      <dgm:prSet presAssocID="{54EE8AA8-4243-47C4-9B69-244648E4A780}" presName="compNode" presStyleCnt="0"/>
      <dgm:spPr/>
    </dgm:pt>
    <dgm:pt modelId="{FA0FB005-BC7B-4235-971E-2B1694FCD7E6}" type="pres">
      <dgm:prSet presAssocID="{54EE8AA8-4243-47C4-9B69-244648E4A780}" presName="bgRect" presStyleLbl="bgShp" presStyleIdx="0" presStyleCnt="7"/>
      <dgm:spPr/>
    </dgm:pt>
    <dgm:pt modelId="{728CC610-C3BF-4489-B1FE-34148EABF6A0}" type="pres">
      <dgm:prSet presAssocID="{54EE8AA8-4243-47C4-9B69-244648E4A780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8B748A5-4BC3-4BD4-8EA9-2D1EA2B9608C}" type="pres">
      <dgm:prSet presAssocID="{54EE8AA8-4243-47C4-9B69-244648E4A780}" presName="spaceRect" presStyleCnt="0"/>
      <dgm:spPr/>
    </dgm:pt>
    <dgm:pt modelId="{50CDD3D9-4BF5-47FD-927F-BCD5FF480F39}" type="pres">
      <dgm:prSet presAssocID="{54EE8AA8-4243-47C4-9B69-244648E4A780}" presName="parTx" presStyleLbl="revTx" presStyleIdx="0" presStyleCnt="8">
        <dgm:presLayoutVars>
          <dgm:chMax val="0"/>
          <dgm:chPref val="0"/>
        </dgm:presLayoutVars>
      </dgm:prSet>
      <dgm:spPr/>
    </dgm:pt>
    <dgm:pt modelId="{3F5E1DCD-827F-4DBF-932F-F7818175D7EC}" type="pres">
      <dgm:prSet presAssocID="{4E91DD0D-82AF-4C4A-8C37-6F8E0584F6F4}" presName="sibTrans" presStyleCnt="0"/>
      <dgm:spPr/>
    </dgm:pt>
    <dgm:pt modelId="{B081B783-5B57-4200-BDD8-919E59D7C736}" type="pres">
      <dgm:prSet presAssocID="{2B5E5206-540B-4647-8A53-A319424B75D0}" presName="compNode" presStyleCnt="0"/>
      <dgm:spPr/>
    </dgm:pt>
    <dgm:pt modelId="{22D5054B-37EF-47E2-AC42-7B1A36925046}" type="pres">
      <dgm:prSet presAssocID="{2B5E5206-540B-4647-8A53-A319424B75D0}" presName="bgRect" presStyleLbl="bgShp" presStyleIdx="1" presStyleCnt="7"/>
      <dgm:spPr/>
    </dgm:pt>
    <dgm:pt modelId="{42D8B3CA-E590-49E9-8290-4726051B0751}" type="pres">
      <dgm:prSet presAssocID="{2B5E5206-540B-4647-8A53-A319424B75D0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DE6C955C-FCA2-4EEB-AC1F-2EA07D88C8BA}" type="pres">
      <dgm:prSet presAssocID="{2B5E5206-540B-4647-8A53-A319424B75D0}" presName="spaceRect" presStyleCnt="0"/>
      <dgm:spPr/>
    </dgm:pt>
    <dgm:pt modelId="{AB099D65-3453-4B08-B20B-17E7B258C2CD}" type="pres">
      <dgm:prSet presAssocID="{2B5E5206-540B-4647-8A53-A319424B75D0}" presName="parTx" presStyleLbl="revTx" presStyleIdx="1" presStyleCnt="8">
        <dgm:presLayoutVars>
          <dgm:chMax val="0"/>
          <dgm:chPref val="0"/>
        </dgm:presLayoutVars>
      </dgm:prSet>
      <dgm:spPr/>
    </dgm:pt>
    <dgm:pt modelId="{FB2CCF88-B91A-45CC-8E78-849DE921376B}" type="pres">
      <dgm:prSet presAssocID="{7DBA3526-5D65-4310-8E9C-7F085B0D7216}" presName="sibTrans" presStyleCnt="0"/>
      <dgm:spPr/>
    </dgm:pt>
    <dgm:pt modelId="{6D3CE073-8508-4F70-8094-8E74CF58C353}" type="pres">
      <dgm:prSet presAssocID="{E1ABFEDA-499C-4A92-86BA-2DBCF3509F86}" presName="compNode" presStyleCnt="0"/>
      <dgm:spPr/>
    </dgm:pt>
    <dgm:pt modelId="{8CD354D1-4630-43D4-91A3-E9B2FC087CBD}" type="pres">
      <dgm:prSet presAssocID="{E1ABFEDA-499C-4A92-86BA-2DBCF3509F86}" presName="bgRect" presStyleLbl="bgShp" presStyleIdx="2" presStyleCnt="7"/>
      <dgm:spPr/>
    </dgm:pt>
    <dgm:pt modelId="{9695A5DD-80C4-45F5-9417-006DC0D4B828}" type="pres">
      <dgm:prSet presAssocID="{E1ABFEDA-499C-4A92-86BA-2DBCF3509F86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ilding"/>
        </a:ext>
      </dgm:extLst>
    </dgm:pt>
    <dgm:pt modelId="{21D6FF4E-0843-4003-BCB4-4020A0305821}" type="pres">
      <dgm:prSet presAssocID="{E1ABFEDA-499C-4A92-86BA-2DBCF3509F86}" presName="spaceRect" presStyleCnt="0"/>
      <dgm:spPr/>
    </dgm:pt>
    <dgm:pt modelId="{1193EA5D-DF85-4107-8C83-D5CD2C6F4C64}" type="pres">
      <dgm:prSet presAssocID="{E1ABFEDA-499C-4A92-86BA-2DBCF3509F86}" presName="parTx" presStyleLbl="revTx" presStyleIdx="2" presStyleCnt="8">
        <dgm:presLayoutVars>
          <dgm:chMax val="0"/>
          <dgm:chPref val="0"/>
        </dgm:presLayoutVars>
      </dgm:prSet>
      <dgm:spPr/>
    </dgm:pt>
    <dgm:pt modelId="{3608731B-BB90-4E4C-A754-24201B21EE6A}" type="pres">
      <dgm:prSet presAssocID="{DA55A928-94B4-4E33-8062-D49542313359}" presName="sibTrans" presStyleCnt="0"/>
      <dgm:spPr/>
    </dgm:pt>
    <dgm:pt modelId="{7D6750CC-F42F-4579-8EF4-31A69CF48D09}" type="pres">
      <dgm:prSet presAssocID="{05D1797F-B3C9-4BB3-819B-E04014CD5C40}" presName="compNode" presStyleCnt="0"/>
      <dgm:spPr/>
    </dgm:pt>
    <dgm:pt modelId="{C59F79DD-C0CC-49BC-AD04-7924B257EB2F}" type="pres">
      <dgm:prSet presAssocID="{05D1797F-B3C9-4BB3-819B-E04014CD5C40}" presName="bgRect" presStyleLbl="bgShp" presStyleIdx="3" presStyleCnt="7"/>
      <dgm:spPr/>
    </dgm:pt>
    <dgm:pt modelId="{055BEBC2-FB10-457B-9769-0504F2CCDAE3}" type="pres">
      <dgm:prSet presAssocID="{05D1797F-B3C9-4BB3-819B-E04014CD5C40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3B969303-2407-4850-AAE7-F1EC4BD62D93}" type="pres">
      <dgm:prSet presAssocID="{05D1797F-B3C9-4BB3-819B-E04014CD5C40}" presName="spaceRect" presStyleCnt="0"/>
      <dgm:spPr/>
    </dgm:pt>
    <dgm:pt modelId="{9BF79586-1BAB-44FB-A485-7B6728A369D2}" type="pres">
      <dgm:prSet presAssocID="{05D1797F-B3C9-4BB3-819B-E04014CD5C40}" presName="parTx" presStyleLbl="revTx" presStyleIdx="3" presStyleCnt="8">
        <dgm:presLayoutVars>
          <dgm:chMax val="0"/>
          <dgm:chPref val="0"/>
        </dgm:presLayoutVars>
      </dgm:prSet>
      <dgm:spPr/>
    </dgm:pt>
    <dgm:pt modelId="{E9E940FE-1C2D-40C8-9B79-75E075366B50}" type="pres">
      <dgm:prSet presAssocID="{0E7A109D-2C99-4786-BD16-4F263BAA3144}" presName="sibTrans" presStyleCnt="0"/>
      <dgm:spPr/>
    </dgm:pt>
    <dgm:pt modelId="{481BE2BD-8448-485C-91E9-2982103FE0DC}" type="pres">
      <dgm:prSet presAssocID="{8C4B9515-3CF4-4519-9835-CCE71ABB0E52}" presName="compNode" presStyleCnt="0"/>
      <dgm:spPr/>
    </dgm:pt>
    <dgm:pt modelId="{5B6783AB-8523-4E44-8D20-0B71F4A45900}" type="pres">
      <dgm:prSet presAssocID="{8C4B9515-3CF4-4519-9835-CCE71ABB0E52}" presName="bgRect" presStyleLbl="bgShp" presStyleIdx="4" presStyleCnt="7"/>
      <dgm:spPr/>
    </dgm:pt>
    <dgm:pt modelId="{A77F041F-6778-43CE-80BD-D1C1E050B500}" type="pres">
      <dgm:prSet presAssocID="{8C4B9515-3CF4-4519-9835-CCE71ABB0E52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E5252516-8613-4CA3-AB36-560568FC9EB3}" type="pres">
      <dgm:prSet presAssocID="{8C4B9515-3CF4-4519-9835-CCE71ABB0E52}" presName="spaceRect" presStyleCnt="0"/>
      <dgm:spPr/>
    </dgm:pt>
    <dgm:pt modelId="{B6DC2A89-9E72-4AA4-89E0-F68AB04D1186}" type="pres">
      <dgm:prSet presAssocID="{8C4B9515-3CF4-4519-9835-CCE71ABB0E52}" presName="parTx" presStyleLbl="revTx" presStyleIdx="4" presStyleCnt="8">
        <dgm:presLayoutVars>
          <dgm:chMax val="0"/>
          <dgm:chPref val="0"/>
        </dgm:presLayoutVars>
      </dgm:prSet>
      <dgm:spPr/>
    </dgm:pt>
    <dgm:pt modelId="{5F69D095-F307-437F-AABB-7EA121595A30}" type="pres">
      <dgm:prSet presAssocID="{6DBD82AF-BA4E-41CF-9AFC-C64BF6D5CDAF}" presName="sibTrans" presStyleCnt="0"/>
      <dgm:spPr/>
    </dgm:pt>
    <dgm:pt modelId="{59EAFECA-95DC-4CFF-B501-8711354B33FD}" type="pres">
      <dgm:prSet presAssocID="{FCF8AA25-D4D7-4C84-8B82-9B40A3BE299F}" presName="compNode" presStyleCnt="0"/>
      <dgm:spPr/>
    </dgm:pt>
    <dgm:pt modelId="{94691B0D-6FD8-46CE-A663-651495296969}" type="pres">
      <dgm:prSet presAssocID="{FCF8AA25-D4D7-4C84-8B82-9B40A3BE299F}" presName="bgRect" presStyleLbl="bgShp" presStyleIdx="5" presStyleCnt="7"/>
      <dgm:spPr/>
    </dgm:pt>
    <dgm:pt modelId="{7B2DBE7A-1B24-4BDA-8BA4-7010637BA163}" type="pres">
      <dgm:prSet presAssocID="{FCF8AA25-D4D7-4C84-8B82-9B40A3BE299F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AA9FED8D-F726-4A91-A092-B9BC1984761D}" type="pres">
      <dgm:prSet presAssocID="{FCF8AA25-D4D7-4C84-8B82-9B40A3BE299F}" presName="spaceRect" presStyleCnt="0"/>
      <dgm:spPr/>
    </dgm:pt>
    <dgm:pt modelId="{127CAE10-DF88-44EF-BCB2-D520248E277D}" type="pres">
      <dgm:prSet presAssocID="{FCF8AA25-D4D7-4C84-8B82-9B40A3BE299F}" presName="parTx" presStyleLbl="revTx" presStyleIdx="5" presStyleCnt="8">
        <dgm:presLayoutVars>
          <dgm:chMax val="0"/>
          <dgm:chPref val="0"/>
        </dgm:presLayoutVars>
      </dgm:prSet>
      <dgm:spPr/>
    </dgm:pt>
    <dgm:pt modelId="{20CE6424-349F-43FB-9CCD-5287ED11BD99}" type="pres">
      <dgm:prSet presAssocID="{0AC3EC94-9F0C-4C7A-A7C0-A8B6B841FE0C}" presName="sibTrans" presStyleCnt="0"/>
      <dgm:spPr/>
    </dgm:pt>
    <dgm:pt modelId="{A40EA4D8-6BEB-4307-85AF-C22ADE807027}" type="pres">
      <dgm:prSet presAssocID="{DB8A569D-FA79-40DD-9818-D709641C0E56}" presName="compNode" presStyleCnt="0"/>
      <dgm:spPr/>
    </dgm:pt>
    <dgm:pt modelId="{269482E8-388E-4C61-83F3-B5BB68A84CD8}" type="pres">
      <dgm:prSet presAssocID="{DB8A569D-FA79-40DD-9818-D709641C0E56}" presName="bgRect" presStyleLbl="bgShp" presStyleIdx="6" presStyleCnt="7"/>
      <dgm:spPr/>
    </dgm:pt>
    <dgm:pt modelId="{EEE42B4E-420A-417D-B1FD-6943972838E7}" type="pres">
      <dgm:prSet presAssocID="{DB8A569D-FA79-40DD-9818-D709641C0E56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8562BF67-DCE6-404B-93A0-AAA16C663B91}" type="pres">
      <dgm:prSet presAssocID="{DB8A569D-FA79-40DD-9818-D709641C0E56}" presName="spaceRect" presStyleCnt="0"/>
      <dgm:spPr/>
    </dgm:pt>
    <dgm:pt modelId="{E086AEE4-D1B5-4E96-807F-9FE6DAA500AB}" type="pres">
      <dgm:prSet presAssocID="{DB8A569D-FA79-40DD-9818-D709641C0E56}" presName="parTx" presStyleLbl="revTx" presStyleIdx="6" presStyleCnt="8">
        <dgm:presLayoutVars>
          <dgm:chMax val="0"/>
          <dgm:chPref val="0"/>
        </dgm:presLayoutVars>
      </dgm:prSet>
      <dgm:spPr/>
    </dgm:pt>
    <dgm:pt modelId="{BC7F9FA9-75D0-4179-91CB-F18534EA3E8A}" type="pres">
      <dgm:prSet presAssocID="{DB8A569D-FA79-40DD-9818-D709641C0E56}" presName="desTx" presStyleLbl="revTx" presStyleIdx="7" presStyleCnt="8">
        <dgm:presLayoutVars/>
      </dgm:prSet>
      <dgm:spPr/>
    </dgm:pt>
  </dgm:ptLst>
  <dgm:cxnLst>
    <dgm:cxn modelId="{523E110B-B05B-4276-8080-6B67DD352CB3}" srcId="{4FEEE32E-8040-450C-9978-435A7FAF6787}" destId="{DB8A569D-FA79-40DD-9818-D709641C0E56}" srcOrd="6" destOrd="0" parTransId="{C7CE1DED-0DDB-4570-AAD2-44D744B96F3C}" sibTransId="{F1368261-0358-49E1-808E-E2117DDDCCE3}"/>
    <dgm:cxn modelId="{0863621D-325D-4228-A3D8-8A7824E0EE53}" type="presOf" srcId="{54EE8AA8-4243-47C4-9B69-244648E4A780}" destId="{50CDD3D9-4BF5-47FD-927F-BCD5FF480F39}" srcOrd="0" destOrd="0" presId="urn:microsoft.com/office/officeart/2018/2/layout/IconVerticalSolidList"/>
    <dgm:cxn modelId="{3B91C325-A547-4D22-B0DA-BC5771D93C8D}" type="presOf" srcId="{14B4ED36-98FD-4D4A-BA11-914D0543502D}" destId="{BC7F9FA9-75D0-4179-91CB-F18534EA3E8A}" srcOrd="0" destOrd="1" presId="urn:microsoft.com/office/officeart/2018/2/layout/IconVerticalSolidList"/>
    <dgm:cxn modelId="{5A6A4127-1312-4982-898D-9B24CA2099D5}" srcId="{4FEEE32E-8040-450C-9978-435A7FAF6787}" destId="{2B5E5206-540B-4647-8A53-A319424B75D0}" srcOrd="1" destOrd="0" parTransId="{62575B08-51FB-4C50-AD13-E96A129BCC94}" sibTransId="{7DBA3526-5D65-4310-8E9C-7F085B0D7216}"/>
    <dgm:cxn modelId="{C4A8612E-1403-4E53-99A5-3E47AB509C56}" type="presOf" srcId="{2B5E5206-540B-4647-8A53-A319424B75D0}" destId="{AB099D65-3453-4B08-B20B-17E7B258C2CD}" srcOrd="0" destOrd="0" presId="urn:microsoft.com/office/officeart/2018/2/layout/IconVerticalSolidList"/>
    <dgm:cxn modelId="{875CBF62-C698-4F79-BAD2-63C212B38A1C}" srcId="{4FEEE32E-8040-450C-9978-435A7FAF6787}" destId="{E1ABFEDA-499C-4A92-86BA-2DBCF3509F86}" srcOrd="2" destOrd="0" parTransId="{7EBF7D9A-CFF8-409D-A11D-65D988F02AC6}" sibTransId="{DA55A928-94B4-4E33-8062-D49542313359}"/>
    <dgm:cxn modelId="{7A4C1A4C-F67F-46BF-9272-AED9A9B0C07E}" type="presOf" srcId="{4FEEE32E-8040-450C-9978-435A7FAF6787}" destId="{74604277-11D2-4B61-8DDA-EF7F37066A4B}" srcOrd="0" destOrd="0" presId="urn:microsoft.com/office/officeart/2018/2/layout/IconVerticalSolidList"/>
    <dgm:cxn modelId="{5560376D-D6B2-4336-ADBA-6583BEB9EEFA}" type="presOf" srcId="{DB8A569D-FA79-40DD-9818-D709641C0E56}" destId="{E086AEE4-D1B5-4E96-807F-9FE6DAA500AB}" srcOrd="0" destOrd="0" presId="urn:microsoft.com/office/officeart/2018/2/layout/IconVerticalSolidList"/>
    <dgm:cxn modelId="{0485AD70-99BF-4A37-907E-45A83FF1993C}" type="presOf" srcId="{05D1797F-B3C9-4BB3-819B-E04014CD5C40}" destId="{9BF79586-1BAB-44FB-A485-7B6728A369D2}" srcOrd="0" destOrd="0" presId="urn:microsoft.com/office/officeart/2018/2/layout/IconVerticalSolidList"/>
    <dgm:cxn modelId="{DC170552-7239-4E21-9BF3-9B753B5B26E5}" type="presOf" srcId="{E1ABFEDA-499C-4A92-86BA-2DBCF3509F86}" destId="{1193EA5D-DF85-4107-8C83-D5CD2C6F4C64}" srcOrd="0" destOrd="0" presId="urn:microsoft.com/office/officeart/2018/2/layout/IconVerticalSolidList"/>
    <dgm:cxn modelId="{97312893-8792-42E9-879E-EC31FB633F45}" srcId="{4FEEE32E-8040-450C-9978-435A7FAF6787}" destId="{FCF8AA25-D4D7-4C84-8B82-9B40A3BE299F}" srcOrd="5" destOrd="0" parTransId="{C42C216E-8107-4C9A-8534-33195F82DE9D}" sibTransId="{0AC3EC94-9F0C-4C7A-A7C0-A8B6B841FE0C}"/>
    <dgm:cxn modelId="{15C2EC99-1901-4A7F-AB3B-B7B6116F0121}" srcId="{4FEEE32E-8040-450C-9978-435A7FAF6787}" destId="{54EE8AA8-4243-47C4-9B69-244648E4A780}" srcOrd="0" destOrd="0" parTransId="{0E0B00DF-ED0C-4F6A-8B92-68ED145E7ED1}" sibTransId="{4E91DD0D-82AF-4C4A-8C37-6F8E0584F6F4}"/>
    <dgm:cxn modelId="{4289D9A2-1C35-465F-A1DB-8BD53C3D74C6}" type="presOf" srcId="{8C4B9515-3CF4-4519-9835-CCE71ABB0E52}" destId="{B6DC2A89-9E72-4AA4-89E0-F68AB04D1186}" srcOrd="0" destOrd="0" presId="urn:microsoft.com/office/officeart/2018/2/layout/IconVerticalSolidList"/>
    <dgm:cxn modelId="{F0698CBC-33F3-4C63-A766-E4DD922C4860}" srcId="{4FEEE32E-8040-450C-9978-435A7FAF6787}" destId="{8C4B9515-3CF4-4519-9835-CCE71ABB0E52}" srcOrd="4" destOrd="0" parTransId="{C93B97AF-1D22-49F1-8CF0-25A1F296A4AB}" sibTransId="{6DBD82AF-BA4E-41CF-9AFC-C64BF6D5CDAF}"/>
    <dgm:cxn modelId="{A169A5BE-751D-4FF2-91E0-CE150A23E614}" srcId="{DB8A569D-FA79-40DD-9818-D709641C0E56}" destId="{14B4ED36-98FD-4D4A-BA11-914D0543502D}" srcOrd="1" destOrd="0" parTransId="{C45D0582-FA38-4D2D-954C-D1910EB55C81}" sibTransId="{E1D974E6-EB4D-4789-A241-EEE880105E64}"/>
    <dgm:cxn modelId="{8A6C53D4-9A98-4034-A394-4F7FD8DEF9A8}" type="presOf" srcId="{251CEF35-9F65-46A4-90D3-E081FC11F75D}" destId="{BC7F9FA9-75D0-4179-91CB-F18534EA3E8A}" srcOrd="0" destOrd="0" presId="urn:microsoft.com/office/officeart/2018/2/layout/IconVerticalSolidList"/>
    <dgm:cxn modelId="{3F022FD7-572E-4543-A3EA-1C86C5752889}" srcId="{DB8A569D-FA79-40DD-9818-D709641C0E56}" destId="{251CEF35-9F65-46A4-90D3-E081FC11F75D}" srcOrd="0" destOrd="0" parTransId="{F78F3287-8EA6-4369-AA9E-98F5F0B42F9F}" sibTransId="{4003A711-B5F6-4B3A-8EB5-85B5AEBDA001}"/>
    <dgm:cxn modelId="{1DA81CEF-E9E3-402E-86E1-8D59AFD19E12}" srcId="{4FEEE32E-8040-450C-9978-435A7FAF6787}" destId="{05D1797F-B3C9-4BB3-819B-E04014CD5C40}" srcOrd="3" destOrd="0" parTransId="{8D01398C-6F06-4702-9097-BC59466660EA}" sibTransId="{0E7A109D-2C99-4786-BD16-4F263BAA3144}"/>
    <dgm:cxn modelId="{6E5B5EF2-7EA3-4E62-B933-7B976D9B2FEA}" type="presOf" srcId="{FCF8AA25-D4D7-4C84-8B82-9B40A3BE299F}" destId="{127CAE10-DF88-44EF-BCB2-D520248E277D}" srcOrd="0" destOrd="0" presId="urn:microsoft.com/office/officeart/2018/2/layout/IconVerticalSolidList"/>
    <dgm:cxn modelId="{A0976B82-CE9E-4123-8A61-27AFA43F5F92}" type="presParOf" srcId="{74604277-11D2-4B61-8DDA-EF7F37066A4B}" destId="{4F0A2622-7FE5-44C6-8584-1CD83701F169}" srcOrd="0" destOrd="0" presId="urn:microsoft.com/office/officeart/2018/2/layout/IconVerticalSolidList"/>
    <dgm:cxn modelId="{172E19AA-BFD2-48B3-A78D-02C83DA0C8A8}" type="presParOf" srcId="{4F0A2622-7FE5-44C6-8584-1CD83701F169}" destId="{FA0FB005-BC7B-4235-971E-2B1694FCD7E6}" srcOrd="0" destOrd="0" presId="urn:microsoft.com/office/officeart/2018/2/layout/IconVerticalSolidList"/>
    <dgm:cxn modelId="{9034AA65-1D6C-4363-812E-60E87F020DA9}" type="presParOf" srcId="{4F0A2622-7FE5-44C6-8584-1CD83701F169}" destId="{728CC610-C3BF-4489-B1FE-34148EABF6A0}" srcOrd="1" destOrd="0" presId="urn:microsoft.com/office/officeart/2018/2/layout/IconVerticalSolidList"/>
    <dgm:cxn modelId="{75254BDA-231D-40AB-B1B8-A1C5DAA3CA57}" type="presParOf" srcId="{4F0A2622-7FE5-44C6-8584-1CD83701F169}" destId="{18B748A5-4BC3-4BD4-8EA9-2D1EA2B9608C}" srcOrd="2" destOrd="0" presId="urn:microsoft.com/office/officeart/2018/2/layout/IconVerticalSolidList"/>
    <dgm:cxn modelId="{EF205D37-EEA2-479F-84E8-86EF9320C8B2}" type="presParOf" srcId="{4F0A2622-7FE5-44C6-8584-1CD83701F169}" destId="{50CDD3D9-4BF5-47FD-927F-BCD5FF480F39}" srcOrd="3" destOrd="0" presId="urn:microsoft.com/office/officeart/2018/2/layout/IconVerticalSolidList"/>
    <dgm:cxn modelId="{625F1A0F-BFC0-4B51-9DAE-2AC7F680D4A6}" type="presParOf" srcId="{74604277-11D2-4B61-8DDA-EF7F37066A4B}" destId="{3F5E1DCD-827F-4DBF-932F-F7818175D7EC}" srcOrd="1" destOrd="0" presId="urn:microsoft.com/office/officeart/2018/2/layout/IconVerticalSolidList"/>
    <dgm:cxn modelId="{B6A1A4E6-EE5E-4F4A-8CB2-8AA6DEAC30AC}" type="presParOf" srcId="{74604277-11D2-4B61-8DDA-EF7F37066A4B}" destId="{B081B783-5B57-4200-BDD8-919E59D7C736}" srcOrd="2" destOrd="0" presId="urn:microsoft.com/office/officeart/2018/2/layout/IconVerticalSolidList"/>
    <dgm:cxn modelId="{CB58E623-3905-4863-B48D-FB1768B49CFC}" type="presParOf" srcId="{B081B783-5B57-4200-BDD8-919E59D7C736}" destId="{22D5054B-37EF-47E2-AC42-7B1A36925046}" srcOrd="0" destOrd="0" presId="urn:microsoft.com/office/officeart/2018/2/layout/IconVerticalSolidList"/>
    <dgm:cxn modelId="{36A15B0D-E92F-4D74-AEFD-1B2B6197D2D9}" type="presParOf" srcId="{B081B783-5B57-4200-BDD8-919E59D7C736}" destId="{42D8B3CA-E590-49E9-8290-4726051B0751}" srcOrd="1" destOrd="0" presId="urn:microsoft.com/office/officeart/2018/2/layout/IconVerticalSolidList"/>
    <dgm:cxn modelId="{7C381784-42ED-4F89-A78C-53BDD10F3504}" type="presParOf" srcId="{B081B783-5B57-4200-BDD8-919E59D7C736}" destId="{DE6C955C-FCA2-4EEB-AC1F-2EA07D88C8BA}" srcOrd="2" destOrd="0" presId="urn:microsoft.com/office/officeart/2018/2/layout/IconVerticalSolidList"/>
    <dgm:cxn modelId="{018B6CCD-223A-457A-A2FA-FA3ED69A936F}" type="presParOf" srcId="{B081B783-5B57-4200-BDD8-919E59D7C736}" destId="{AB099D65-3453-4B08-B20B-17E7B258C2CD}" srcOrd="3" destOrd="0" presId="urn:microsoft.com/office/officeart/2018/2/layout/IconVerticalSolidList"/>
    <dgm:cxn modelId="{B74B47D0-4932-49CA-9FD6-E5A98BDE8D27}" type="presParOf" srcId="{74604277-11D2-4B61-8DDA-EF7F37066A4B}" destId="{FB2CCF88-B91A-45CC-8E78-849DE921376B}" srcOrd="3" destOrd="0" presId="urn:microsoft.com/office/officeart/2018/2/layout/IconVerticalSolidList"/>
    <dgm:cxn modelId="{9F6C4124-D5B9-45F9-B260-0CA8721B15BD}" type="presParOf" srcId="{74604277-11D2-4B61-8DDA-EF7F37066A4B}" destId="{6D3CE073-8508-4F70-8094-8E74CF58C353}" srcOrd="4" destOrd="0" presId="urn:microsoft.com/office/officeart/2018/2/layout/IconVerticalSolidList"/>
    <dgm:cxn modelId="{C1C263AE-6256-458B-849D-95F3AF0F4960}" type="presParOf" srcId="{6D3CE073-8508-4F70-8094-8E74CF58C353}" destId="{8CD354D1-4630-43D4-91A3-E9B2FC087CBD}" srcOrd="0" destOrd="0" presId="urn:microsoft.com/office/officeart/2018/2/layout/IconVerticalSolidList"/>
    <dgm:cxn modelId="{F0FE0A54-0AF1-48CC-A56F-3F004FDFCC96}" type="presParOf" srcId="{6D3CE073-8508-4F70-8094-8E74CF58C353}" destId="{9695A5DD-80C4-45F5-9417-006DC0D4B828}" srcOrd="1" destOrd="0" presId="urn:microsoft.com/office/officeart/2018/2/layout/IconVerticalSolidList"/>
    <dgm:cxn modelId="{9E16ACCD-2F67-49BA-A5A4-25932490DDFD}" type="presParOf" srcId="{6D3CE073-8508-4F70-8094-8E74CF58C353}" destId="{21D6FF4E-0843-4003-BCB4-4020A0305821}" srcOrd="2" destOrd="0" presId="urn:microsoft.com/office/officeart/2018/2/layout/IconVerticalSolidList"/>
    <dgm:cxn modelId="{4BDAC39A-75EB-4EFD-831F-6F2F2C1B3620}" type="presParOf" srcId="{6D3CE073-8508-4F70-8094-8E74CF58C353}" destId="{1193EA5D-DF85-4107-8C83-D5CD2C6F4C64}" srcOrd="3" destOrd="0" presId="urn:microsoft.com/office/officeart/2018/2/layout/IconVerticalSolidList"/>
    <dgm:cxn modelId="{ADED9138-EE32-4424-BD98-60FFE58BD777}" type="presParOf" srcId="{74604277-11D2-4B61-8DDA-EF7F37066A4B}" destId="{3608731B-BB90-4E4C-A754-24201B21EE6A}" srcOrd="5" destOrd="0" presId="urn:microsoft.com/office/officeart/2018/2/layout/IconVerticalSolidList"/>
    <dgm:cxn modelId="{D123E190-110B-4817-9061-929084F668FC}" type="presParOf" srcId="{74604277-11D2-4B61-8DDA-EF7F37066A4B}" destId="{7D6750CC-F42F-4579-8EF4-31A69CF48D09}" srcOrd="6" destOrd="0" presId="urn:microsoft.com/office/officeart/2018/2/layout/IconVerticalSolidList"/>
    <dgm:cxn modelId="{DD2AAF0F-7317-4089-A4F2-294B4E265F0E}" type="presParOf" srcId="{7D6750CC-F42F-4579-8EF4-31A69CF48D09}" destId="{C59F79DD-C0CC-49BC-AD04-7924B257EB2F}" srcOrd="0" destOrd="0" presId="urn:microsoft.com/office/officeart/2018/2/layout/IconVerticalSolidList"/>
    <dgm:cxn modelId="{DCBCE43B-3C9C-4730-8CA6-4E75175EB850}" type="presParOf" srcId="{7D6750CC-F42F-4579-8EF4-31A69CF48D09}" destId="{055BEBC2-FB10-457B-9769-0504F2CCDAE3}" srcOrd="1" destOrd="0" presId="urn:microsoft.com/office/officeart/2018/2/layout/IconVerticalSolidList"/>
    <dgm:cxn modelId="{C09CBCB6-757F-4342-BDA6-003DB6702741}" type="presParOf" srcId="{7D6750CC-F42F-4579-8EF4-31A69CF48D09}" destId="{3B969303-2407-4850-AAE7-F1EC4BD62D93}" srcOrd="2" destOrd="0" presId="urn:microsoft.com/office/officeart/2018/2/layout/IconVerticalSolidList"/>
    <dgm:cxn modelId="{C8F39D05-A5F9-4853-B27F-9A1D933CA2A5}" type="presParOf" srcId="{7D6750CC-F42F-4579-8EF4-31A69CF48D09}" destId="{9BF79586-1BAB-44FB-A485-7B6728A369D2}" srcOrd="3" destOrd="0" presId="urn:microsoft.com/office/officeart/2018/2/layout/IconVerticalSolidList"/>
    <dgm:cxn modelId="{23C1F6DB-A0DD-4A6E-892A-539CDA655F93}" type="presParOf" srcId="{74604277-11D2-4B61-8DDA-EF7F37066A4B}" destId="{E9E940FE-1C2D-40C8-9B79-75E075366B50}" srcOrd="7" destOrd="0" presId="urn:microsoft.com/office/officeart/2018/2/layout/IconVerticalSolidList"/>
    <dgm:cxn modelId="{635759E3-0E35-45A4-9AE8-EDC7F080B624}" type="presParOf" srcId="{74604277-11D2-4B61-8DDA-EF7F37066A4B}" destId="{481BE2BD-8448-485C-91E9-2982103FE0DC}" srcOrd="8" destOrd="0" presId="urn:microsoft.com/office/officeart/2018/2/layout/IconVerticalSolidList"/>
    <dgm:cxn modelId="{35DC8131-A5C6-431A-9DD5-50FFA647C0DE}" type="presParOf" srcId="{481BE2BD-8448-485C-91E9-2982103FE0DC}" destId="{5B6783AB-8523-4E44-8D20-0B71F4A45900}" srcOrd="0" destOrd="0" presId="urn:microsoft.com/office/officeart/2018/2/layout/IconVerticalSolidList"/>
    <dgm:cxn modelId="{A23F282E-91FA-4E9A-B46A-B7D09AFFE4AB}" type="presParOf" srcId="{481BE2BD-8448-485C-91E9-2982103FE0DC}" destId="{A77F041F-6778-43CE-80BD-D1C1E050B500}" srcOrd="1" destOrd="0" presId="urn:microsoft.com/office/officeart/2018/2/layout/IconVerticalSolidList"/>
    <dgm:cxn modelId="{8A769761-F3EB-454A-ACA6-3E4B9F9E5B8B}" type="presParOf" srcId="{481BE2BD-8448-485C-91E9-2982103FE0DC}" destId="{E5252516-8613-4CA3-AB36-560568FC9EB3}" srcOrd="2" destOrd="0" presId="urn:microsoft.com/office/officeart/2018/2/layout/IconVerticalSolidList"/>
    <dgm:cxn modelId="{7FF31478-03EA-439B-902D-80F59AFC0574}" type="presParOf" srcId="{481BE2BD-8448-485C-91E9-2982103FE0DC}" destId="{B6DC2A89-9E72-4AA4-89E0-F68AB04D1186}" srcOrd="3" destOrd="0" presId="urn:microsoft.com/office/officeart/2018/2/layout/IconVerticalSolidList"/>
    <dgm:cxn modelId="{B85187C8-16C8-4703-BC85-34902801D8A6}" type="presParOf" srcId="{74604277-11D2-4B61-8DDA-EF7F37066A4B}" destId="{5F69D095-F307-437F-AABB-7EA121595A30}" srcOrd="9" destOrd="0" presId="urn:microsoft.com/office/officeart/2018/2/layout/IconVerticalSolidList"/>
    <dgm:cxn modelId="{6F8B0260-07F3-4914-8961-07647C21E4B2}" type="presParOf" srcId="{74604277-11D2-4B61-8DDA-EF7F37066A4B}" destId="{59EAFECA-95DC-4CFF-B501-8711354B33FD}" srcOrd="10" destOrd="0" presId="urn:microsoft.com/office/officeart/2018/2/layout/IconVerticalSolidList"/>
    <dgm:cxn modelId="{FE7795AF-AF6F-4F5B-8CE5-32157AC23739}" type="presParOf" srcId="{59EAFECA-95DC-4CFF-B501-8711354B33FD}" destId="{94691B0D-6FD8-46CE-A663-651495296969}" srcOrd="0" destOrd="0" presId="urn:microsoft.com/office/officeart/2018/2/layout/IconVerticalSolidList"/>
    <dgm:cxn modelId="{452519DA-4F0F-4DA6-A2B0-2E38BA6925F4}" type="presParOf" srcId="{59EAFECA-95DC-4CFF-B501-8711354B33FD}" destId="{7B2DBE7A-1B24-4BDA-8BA4-7010637BA163}" srcOrd="1" destOrd="0" presId="urn:microsoft.com/office/officeart/2018/2/layout/IconVerticalSolidList"/>
    <dgm:cxn modelId="{DC61BB23-8E35-409E-9796-ECB1DAFB0210}" type="presParOf" srcId="{59EAFECA-95DC-4CFF-B501-8711354B33FD}" destId="{AA9FED8D-F726-4A91-A092-B9BC1984761D}" srcOrd="2" destOrd="0" presId="urn:microsoft.com/office/officeart/2018/2/layout/IconVerticalSolidList"/>
    <dgm:cxn modelId="{BEE42BC2-4DC4-4E89-958B-C711F8F00584}" type="presParOf" srcId="{59EAFECA-95DC-4CFF-B501-8711354B33FD}" destId="{127CAE10-DF88-44EF-BCB2-D520248E277D}" srcOrd="3" destOrd="0" presId="urn:microsoft.com/office/officeart/2018/2/layout/IconVerticalSolidList"/>
    <dgm:cxn modelId="{96BBE0EC-A2BE-4E5B-9573-6D40D2EE66EE}" type="presParOf" srcId="{74604277-11D2-4B61-8DDA-EF7F37066A4B}" destId="{20CE6424-349F-43FB-9CCD-5287ED11BD99}" srcOrd="11" destOrd="0" presId="urn:microsoft.com/office/officeart/2018/2/layout/IconVerticalSolidList"/>
    <dgm:cxn modelId="{6E2515D3-7C99-46B5-9A5B-07761A79D8BB}" type="presParOf" srcId="{74604277-11D2-4B61-8DDA-EF7F37066A4B}" destId="{A40EA4D8-6BEB-4307-85AF-C22ADE807027}" srcOrd="12" destOrd="0" presId="urn:microsoft.com/office/officeart/2018/2/layout/IconVerticalSolidList"/>
    <dgm:cxn modelId="{CC1C252E-DF9F-414C-B0F0-C9AFBC457FFC}" type="presParOf" srcId="{A40EA4D8-6BEB-4307-85AF-C22ADE807027}" destId="{269482E8-388E-4C61-83F3-B5BB68A84CD8}" srcOrd="0" destOrd="0" presId="urn:microsoft.com/office/officeart/2018/2/layout/IconVerticalSolidList"/>
    <dgm:cxn modelId="{9C9A20ED-84FD-404D-AD37-9F83134ED87A}" type="presParOf" srcId="{A40EA4D8-6BEB-4307-85AF-C22ADE807027}" destId="{EEE42B4E-420A-417D-B1FD-6943972838E7}" srcOrd="1" destOrd="0" presId="urn:microsoft.com/office/officeart/2018/2/layout/IconVerticalSolidList"/>
    <dgm:cxn modelId="{61E36A05-1203-4B37-980B-EA24D2D51AD2}" type="presParOf" srcId="{A40EA4D8-6BEB-4307-85AF-C22ADE807027}" destId="{8562BF67-DCE6-404B-93A0-AAA16C663B91}" srcOrd="2" destOrd="0" presId="urn:microsoft.com/office/officeart/2018/2/layout/IconVerticalSolidList"/>
    <dgm:cxn modelId="{F2E2BB24-FC57-4E0F-BC18-DD17DD95A26C}" type="presParOf" srcId="{A40EA4D8-6BEB-4307-85AF-C22ADE807027}" destId="{E086AEE4-D1B5-4E96-807F-9FE6DAA500AB}" srcOrd="3" destOrd="0" presId="urn:microsoft.com/office/officeart/2018/2/layout/IconVerticalSolidList"/>
    <dgm:cxn modelId="{CBD2FDE6-6F8D-48E6-87EC-021E539184E8}" type="presParOf" srcId="{A40EA4D8-6BEB-4307-85AF-C22ADE807027}" destId="{BC7F9FA9-75D0-4179-91CB-F18534EA3E8A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B8C0F0A-7CBD-486F-A411-345B44238AE8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4BBBC56-6F71-4E04-A727-CCE57FE3CC8A}">
      <dgm:prSet/>
      <dgm:spPr/>
      <dgm:t>
        <a:bodyPr/>
        <a:lstStyle/>
        <a:p>
          <a:r>
            <a:rPr lang="en-US" b="1"/>
            <a:t>1. Compare Model Performance</a:t>
          </a:r>
          <a:endParaRPr lang="en-US"/>
        </a:p>
      </dgm:t>
    </dgm:pt>
    <dgm:pt modelId="{A4CDB6E5-9016-4E55-88B6-298AEBF1427D}" type="parTrans" cxnId="{80D7F71A-75CC-4BC5-A307-F12FA6EEC135}">
      <dgm:prSet/>
      <dgm:spPr/>
      <dgm:t>
        <a:bodyPr/>
        <a:lstStyle/>
        <a:p>
          <a:endParaRPr lang="en-US"/>
        </a:p>
      </dgm:t>
    </dgm:pt>
    <dgm:pt modelId="{7851D5BA-09B4-4EA5-B0A1-0819052C0A1F}" type="sibTrans" cxnId="{80D7F71A-75CC-4BC5-A307-F12FA6EEC135}">
      <dgm:prSet/>
      <dgm:spPr/>
      <dgm:t>
        <a:bodyPr/>
        <a:lstStyle/>
        <a:p>
          <a:endParaRPr lang="en-US"/>
        </a:p>
      </dgm:t>
    </dgm:pt>
    <dgm:pt modelId="{B2526ABA-2D4E-48CE-B2BF-03630B6708F1}">
      <dgm:prSet/>
      <dgm:spPr/>
      <dgm:t>
        <a:bodyPr/>
        <a:lstStyle/>
        <a:p>
          <a:r>
            <a:rPr lang="en-US"/>
            <a:t>Compute MAE for Model A and Model B </a:t>
          </a:r>
        </a:p>
      </dgm:t>
    </dgm:pt>
    <dgm:pt modelId="{111D270B-8761-4322-A26F-EA17E9042A56}" type="parTrans" cxnId="{308802FD-6FDA-4444-9025-059F4DD01E1B}">
      <dgm:prSet/>
      <dgm:spPr/>
      <dgm:t>
        <a:bodyPr/>
        <a:lstStyle/>
        <a:p>
          <a:endParaRPr lang="en-US"/>
        </a:p>
      </dgm:t>
    </dgm:pt>
    <dgm:pt modelId="{26800C0C-160D-41A6-89C4-4E5D0ABD9AFA}" type="sibTrans" cxnId="{308802FD-6FDA-4444-9025-059F4DD01E1B}">
      <dgm:prSet/>
      <dgm:spPr/>
      <dgm:t>
        <a:bodyPr/>
        <a:lstStyle/>
        <a:p>
          <a:endParaRPr lang="en-US"/>
        </a:p>
      </dgm:t>
    </dgm:pt>
    <dgm:pt modelId="{337D3B1E-E2CF-4A7D-861D-AAF484EE45F8}">
      <dgm:prSet/>
      <dgm:spPr/>
      <dgm:t>
        <a:bodyPr/>
        <a:lstStyle/>
        <a:p>
          <a:r>
            <a:rPr lang="en-US"/>
            <a:t>Evaluate improvement (Model B vs Model A) </a:t>
          </a:r>
          <a:br>
            <a:rPr lang="en-US"/>
          </a:br>
          <a:endParaRPr lang="en-US"/>
        </a:p>
      </dgm:t>
    </dgm:pt>
    <dgm:pt modelId="{A877F54C-2786-4D78-AB91-D7061C47A9E5}" type="parTrans" cxnId="{141A7B00-C85C-410E-96F2-57FF44E0D77A}">
      <dgm:prSet/>
      <dgm:spPr/>
      <dgm:t>
        <a:bodyPr/>
        <a:lstStyle/>
        <a:p>
          <a:endParaRPr lang="en-US"/>
        </a:p>
      </dgm:t>
    </dgm:pt>
    <dgm:pt modelId="{BEBDD169-9398-43D2-B7D7-C3067C83DE49}" type="sibTrans" cxnId="{141A7B00-C85C-410E-96F2-57FF44E0D77A}">
      <dgm:prSet/>
      <dgm:spPr/>
      <dgm:t>
        <a:bodyPr/>
        <a:lstStyle/>
        <a:p>
          <a:endParaRPr lang="en-US"/>
        </a:p>
      </dgm:t>
    </dgm:pt>
    <dgm:pt modelId="{E44EA5AC-A37F-4D33-B03F-FF930D1F31BD}">
      <dgm:prSet/>
      <dgm:spPr/>
      <dgm:t>
        <a:bodyPr/>
        <a:lstStyle/>
        <a:p>
          <a:r>
            <a:rPr lang="en-US" b="1"/>
            <a:t>2. Quantify Improvement</a:t>
          </a:r>
          <a:endParaRPr lang="en-US"/>
        </a:p>
      </dgm:t>
    </dgm:pt>
    <dgm:pt modelId="{4492956F-94D0-40DD-B9AC-BEF35DF3FEDB}" type="parTrans" cxnId="{95426C79-7C04-4881-9D00-B56A95D48E04}">
      <dgm:prSet/>
      <dgm:spPr/>
      <dgm:t>
        <a:bodyPr/>
        <a:lstStyle/>
        <a:p>
          <a:endParaRPr lang="en-US"/>
        </a:p>
      </dgm:t>
    </dgm:pt>
    <dgm:pt modelId="{818F011B-F061-4553-8966-F0B9505C831B}" type="sibTrans" cxnId="{95426C79-7C04-4881-9D00-B56A95D48E04}">
      <dgm:prSet/>
      <dgm:spPr/>
      <dgm:t>
        <a:bodyPr/>
        <a:lstStyle/>
        <a:p>
          <a:endParaRPr lang="en-US"/>
        </a:p>
      </dgm:t>
    </dgm:pt>
    <dgm:pt modelId="{C92FF3C9-5FE2-4C0D-9A80-ED7937FC834D}">
      <dgm:prSet/>
      <dgm:spPr/>
      <dgm:t>
        <a:bodyPr/>
        <a:lstStyle/>
        <a:p>
          <a:r>
            <a:rPr lang="en-US"/>
            <a:t>Calculate difference in MAE across CV folds </a:t>
          </a:r>
        </a:p>
      </dgm:t>
    </dgm:pt>
    <dgm:pt modelId="{F2C8CAC8-4211-4C1A-B844-4CC0AB417D11}" type="parTrans" cxnId="{C339A62E-53D3-4A6C-B9E5-42197FEAF43A}">
      <dgm:prSet/>
      <dgm:spPr/>
      <dgm:t>
        <a:bodyPr/>
        <a:lstStyle/>
        <a:p>
          <a:endParaRPr lang="en-US"/>
        </a:p>
      </dgm:t>
    </dgm:pt>
    <dgm:pt modelId="{C3B87E5D-54F8-4F6B-AB4F-6EFB8A133F00}" type="sibTrans" cxnId="{C339A62E-53D3-4A6C-B9E5-42197FEAF43A}">
      <dgm:prSet/>
      <dgm:spPr/>
      <dgm:t>
        <a:bodyPr/>
        <a:lstStyle/>
        <a:p>
          <a:endParaRPr lang="en-US"/>
        </a:p>
      </dgm:t>
    </dgm:pt>
    <dgm:pt modelId="{F16BF6C8-9397-48D3-B95D-481A92CE956C}">
      <dgm:prSet/>
      <dgm:spPr/>
      <dgm:t>
        <a:bodyPr/>
        <a:lstStyle/>
        <a:p>
          <a:r>
            <a:rPr lang="en-US"/>
            <a:t>Assess average performance gain </a:t>
          </a:r>
          <a:br>
            <a:rPr lang="en-US"/>
          </a:br>
          <a:endParaRPr lang="en-US"/>
        </a:p>
      </dgm:t>
    </dgm:pt>
    <dgm:pt modelId="{68B0CF2E-FD86-40E8-8EFB-CF3A5907DEF8}" type="parTrans" cxnId="{45D0327C-ED7E-42CC-AA8E-41F84836F64D}">
      <dgm:prSet/>
      <dgm:spPr/>
      <dgm:t>
        <a:bodyPr/>
        <a:lstStyle/>
        <a:p>
          <a:endParaRPr lang="en-US"/>
        </a:p>
      </dgm:t>
    </dgm:pt>
    <dgm:pt modelId="{6098370F-C3A2-4B1A-9B73-BA039493C852}" type="sibTrans" cxnId="{45D0327C-ED7E-42CC-AA8E-41F84836F64D}">
      <dgm:prSet/>
      <dgm:spPr/>
      <dgm:t>
        <a:bodyPr/>
        <a:lstStyle/>
        <a:p>
          <a:endParaRPr lang="en-US"/>
        </a:p>
      </dgm:t>
    </dgm:pt>
    <dgm:pt modelId="{7FF35305-D6A6-430D-9229-595AA0E615C5}">
      <dgm:prSet/>
      <dgm:spPr/>
      <dgm:t>
        <a:bodyPr/>
        <a:lstStyle/>
        <a:p>
          <a:r>
            <a:rPr lang="en-US" b="1"/>
            <a:t>3. Assess Uncertainty</a:t>
          </a:r>
          <a:endParaRPr lang="en-US"/>
        </a:p>
      </dgm:t>
    </dgm:pt>
    <dgm:pt modelId="{C1F94752-F421-4820-844C-AFFE0BBFD658}" type="parTrans" cxnId="{C2326EFE-58B3-48EE-B7BC-5E9F25142332}">
      <dgm:prSet/>
      <dgm:spPr/>
      <dgm:t>
        <a:bodyPr/>
        <a:lstStyle/>
        <a:p>
          <a:endParaRPr lang="en-US"/>
        </a:p>
      </dgm:t>
    </dgm:pt>
    <dgm:pt modelId="{62006FDB-5210-4152-87BA-2FA23BDD909D}" type="sibTrans" cxnId="{C2326EFE-58B3-48EE-B7BC-5E9F25142332}">
      <dgm:prSet/>
      <dgm:spPr/>
      <dgm:t>
        <a:bodyPr/>
        <a:lstStyle/>
        <a:p>
          <a:endParaRPr lang="en-US"/>
        </a:p>
      </dgm:t>
    </dgm:pt>
    <dgm:pt modelId="{93B23F36-14A6-49D7-A042-EC9307A1A9A5}">
      <dgm:prSet/>
      <dgm:spPr/>
      <dgm:t>
        <a:bodyPr/>
        <a:lstStyle/>
        <a:p>
          <a:r>
            <a:rPr lang="en-US"/>
            <a:t>Measure variability across folds </a:t>
          </a:r>
        </a:p>
      </dgm:t>
    </dgm:pt>
    <dgm:pt modelId="{6775FAB0-9FD0-46FD-AD51-FFFF89829745}" type="parTrans" cxnId="{5B4CBA56-7E78-4F8F-BB20-7EE81D6B4DFC}">
      <dgm:prSet/>
      <dgm:spPr/>
      <dgm:t>
        <a:bodyPr/>
        <a:lstStyle/>
        <a:p>
          <a:endParaRPr lang="en-US"/>
        </a:p>
      </dgm:t>
    </dgm:pt>
    <dgm:pt modelId="{7E31677C-6A55-4DEE-A7A4-5A86EB4E18CC}" type="sibTrans" cxnId="{5B4CBA56-7E78-4F8F-BB20-7EE81D6B4DFC}">
      <dgm:prSet/>
      <dgm:spPr/>
      <dgm:t>
        <a:bodyPr/>
        <a:lstStyle/>
        <a:p>
          <a:endParaRPr lang="en-US"/>
        </a:p>
      </dgm:t>
    </dgm:pt>
    <dgm:pt modelId="{784FF7A3-D052-4B56-84FC-D03BC9F38D7D}">
      <dgm:prSet/>
      <dgm:spPr/>
      <dgm:t>
        <a:bodyPr/>
        <a:lstStyle/>
        <a:p>
          <a:r>
            <a:rPr lang="en-US"/>
            <a:t>Estimate confidence in improvement </a:t>
          </a:r>
          <a:br>
            <a:rPr lang="en-US"/>
          </a:br>
          <a:endParaRPr lang="en-US"/>
        </a:p>
      </dgm:t>
    </dgm:pt>
    <dgm:pt modelId="{6B1B02A2-A10C-4822-8979-07E49BCC65A3}" type="parTrans" cxnId="{32D3EC21-0DC4-45A6-AFED-3780AA786604}">
      <dgm:prSet/>
      <dgm:spPr/>
      <dgm:t>
        <a:bodyPr/>
        <a:lstStyle/>
        <a:p>
          <a:endParaRPr lang="en-US"/>
        </a:p>
      </dgm:t>
    </dgm:pt>
    <dgm:pt modelId="{59B4B185-8F7A-445E-84BA-2E5CBAB7ADC4}" type="sibTrans" cxnId="{32D3EC21-0DC4-45A6-AFED-3780AA786604}">
      <dgm:prSet/>
      <dgm:spPr/>
      <dgm:t>
        <a:bodyPr/>
        <a:lstStyle/>
        <a:p>
          <a:endParaRPr lang="en-US"/>
        </a:p>
      </dgm:t>
    </dgm:pt>
    <dgm:pt modelId="{EAAC7BC2-E5AD-4785-A861-1D2F1FDB1ED9}">
      <dgm:prSet/>
      <dgm:spPr/>
      <dgm:t>
        <a:bodyPr/>
        <a:lstStyle/>
        <a:p>
          <a:r>
            <a:rPr lang="en-US" b="1"/>
            <a:t>4. Make Recommendation</a:t>
          </a:r>
          <a:endParaRPr lang="en-US"/>
        </a:p>
      </dgm:t>
    </dgm:pt>
    <dgm:pt modelId="{133F342D-8B4E-4448-864C-05505474B81F}" type="parTrans" cxnId="{2A8AEA94-EAA8-420F-BAA8-AA875E1B5ECD}">
      <dgm:prSet/>
      <dgm:spPr/>
      <dgm:t>
        <a:bodyPr/>
        <a:lstStyle/>
        <a:p>
          <a:endParaRPr lang="en-US"/>
        </a:p>
      </dgm:t>
    </dgm:pt>
    <dgm:pt modelId="{9F95044A-E663-404D-A857-F5AD0C0F0CFF}" type="sibTrans" cxnId="{2A8AEA94-EAA8-420F-BAA8-AA875E1B5ECD}">
      <dgm:prSet/>
      <dgm:spPr/>
      <dgm:t>
        <a:bodyPr/>
        <a:lstStyle/>
        <a:p>
          <a:endParaRPr lang="en-US"/>
        </a:p>
      </dgm:t>
    </dgm:pt>
    <dgm:pt modelId="{ED7A14BE-ED40-4B7A-B256-A262CB10316A}">
      <dgm:prSet/>
      <dgm:spPr/>
      <dgm:t>
        <a:bodyPr/>
        <a:lstStyle/>
        <a:p>
          <a:r>
            <a:rPr lang="en-US"/>
            <a:t>Is improvement meaningful? </a:t>
          </a:r>
        </a:p>
      </dgm:t>
    </dgm:pt>
    <dgm:pt modelId="{A45B20CA-34A8-4EF4-9CC0-4ACD1992B051}" type="parTrans" cxnId="{A124C795-AB5E-4C1C-AA38-4C71CD7F71E3}">
      <dgm:prSet/>
      <dgm:spPr/>
      <dgm:t>
        <a:bodyPr/>
        <a:lstStyle/>
        <a:p>
          <a:endParaRPr lang="en-US"/>
        </a:p>
      </dgm:t>
    </dgm:pt>
    <dgm:pt modelId="{AF8AF43F-DF21-4C9F-B88F-7D91DA5BDF4E}" type="sibTrans" cxnId="{A124C795-AB5E-4C1C-AA38-4C71CD7F71E3}">
      <dgm:prSet/>
      <dgm:spPr/>
      <dgm:t>
        <a:bodyPr/>
        <a:lstStyle/>
        <a:p>
          <a:endParaRPr lang="en-US"/>
        </a:p>
      </dgm:t>
    </dgm:pt>
    <dgm:pt modelId="{1B59D251-5579-476E-8CC0-F0EF921EA3D0}">
      <dgm:prSet/>
      <dgm:spPr/>
      <dgm:t>
        <a:bodyPr/>
        <a:lstStyle/>
        <a:p>
          <a:r>
            <a:rPr lang="en-US"/>
            <a:t>Is it reliable? </a:t>
          </a:r>
        </a:p>
      </dgm:t>
    </dgm:pt>
    <dgm:pt modelId="{9643E364-2155-4ABA-BF17-157990927E0C}" type="parTrans" cxnId="{C03D8852-2D7A-457B-B962-F648870C0C00}">
      <dgm:prSet/>
      <dgm:spPr/>
      <dgm:t>
        <a:bodyPr/>
        <a:lstStyle/>
        <a:p>
          <a:endParaRPr lang="en-US"/>
        </a:p>
      </dgm:t>
    </dgm:pt>
    <dgm:pt modelId="{3C46E1FA-9641-40D8-B76C-42D0048EEB32}" type="sibTrans" cxnId="{C03D8852-2D7A-457B-B962-F648870C0C00}">
      <dgm:prSet/>
      <dgm:spPr/>
      <dgm:t>
        <a:bodyPr/>
        <a:lstStyle/>
        <a:p>
          <a:endParaRPr lang="en-US"/>
        </a:p>
      </dgm:t>
    </dgm:pt>
    <dgm:pt modelId="{412EAE70-A4A3-4628-8ED6-38A03B39B3E4}">
      <dgm:prSet/>
      <dgm:spPr/>
      <dgm:t>
        <a:bodyPr/>
        <a:lstStyle/>
        <a:p>
          <a:r>
            <a:rPr lang="en-US"/>
            <a:t>Recommend whether to adopt Model B</a:t>
          </a:r>
        </a:p>
      </dgm:t>
    </dgm:pt>
    <dgm:pt modelId="{BFC812C4-0265-4279-8916-94ADA2DA06E2}" type="parTrans" cxnId="{71159453-3E63-4E03-89A0-EE81E28103FF}">
      <dgm:prSet/>
      <dgm:spPr/>
      <dgm:t>
        <a:bodyPr/>
        <a:lstStyle/>
        <a:p>
          <a:endParaRPr lang="en-US"/>
        </a:p>
      </dgm:t>
    </dgm:pt>
    <dgm:pt modelId="{8B379DFD-18E6-4AE2-ABB4-110CB2F9813D}" type="sibTrans" cxnId="{71159453-3E63-4E03-89A0-EE81E28103FF}">
      <dgm:prSet/>
      <dgm:spPr/>
      <dgm:t>
        <a:bodyPr/>
        <a:lstStyle/>
        <a:p>
          <a:endParaRPr lang="en-US"/>
        </a:p>
      </dgm:t>
    </dgm:pt>
    <dgm:pt modelId="{C70AFB6D-97BC-4D28-92DA-DA334AD84D4C}" type="pres">
      <dgm:prSet presAssocID="{DB8C0F0A-7CBD-486F-A411-345B44238AE8}" presName="linear" presStyleCnt="0">
        <dgm:presLayoutVars>
          <dgm:animLvl val="lvl"/>
          <dgm:resizeHandles val="exact"/>
        </dgm:presLayoutVars>
      </dgm:prSet>
      <dgm:spPr/>
    </dgm:pt>
    <dgm:pt modelId="{44704050-8C32-474D-83A1-2879C58176E5}" type="pres">
      <dgm:prSet presAssocID="{14BBBC56-6F71-4E04-A727-CCE57FE3CC8A}" presName="parentText" presStyleLbl="node1" presStyleIdx="0" presStyleCnt="13">
        <dgm:presLayoutVars>
          <dgm:chMax val="0"/>
          <dgm:bulletEnabled val="1"/>
        </dgm:presLayoutVars>
      </dgm:prSet>
      <dgm:spPr/>
    </dgm:pt>
    <dgm:pt modelId="{D9C993F0-FF91-47FA-8DF3-D285F76CAFC8}" type="pres">
      <dgm:prSet presAssocID="{7851D5BA-09B4-4EA5-B0A1-0819052C0A1F}" presName="spacer" presStyleCnt="0"/>
      <dgm:spPr/>
    </dgm:pt>
    <dgm:pt modelId="{7D2AA975-D6E4-414E-82EF-B9DC7B260C25}" type="pres">
      <dgm:prSet presAssocID="{B2526ABA-2D4E-48CE-B2BF-03630B6708F1}" presName="parentText" presStyleLbl="node1" presStyleIdx="1" presStyleCnt="13">
        <dgm:presLayoutVars>
          <dgm:chMax val="0"/>
          <dgm:bulletEnabled val="1"/>
        </dgm:presLayoutVars>
      </dgm:prSet>
      <dgm:spPr/>
    </dgm:pt>
    <dgm:pt modelId="{2B1D4859-A004-40A6-9623-4EB6AB6D1EC8}" type="pres">
      <dgm:prSet presAssocID="{26800C0C-160D-41A6-89C4-4E5D0ABD9AFA}" presName="spacer" presStyleCnt="0"/>
      <dgm:spPr/>
    </dgm:pt>
    <dgm:pt modelId="{1A7F57A1-E7AF-4278-8BFF-0D8F487705F4}" type="pres">
      <dgm:prSet presAssocID="{337D3B1E-E2CF-4A7D-861D-AAF484EE45F8}" presName="parentText" presStyleLbl="node1" presStyleIdx="2" presStyleCnt="13">
        <dgm:presLayoutVars>
          <dgm:chMax val="0"/>
          <dgm:bulletEnabled val="1"/>
        </dgm:presLayoutVars>
      </dgm:prSet>
      <dgm:spPr/>
    </dgm:pt>
    <dgm:pt modelId="{11BC1B99-9F15-40ED-BAF5-43E3700676D9}" type="pres">
      <dgm:prSet presAssocID="{BEBDD169-9398-43D2-B7D7-C3067C83DE49}" presName="spacer" presStyleCnt="0"/>
      <dgm:spPr/>
    </dgm:pt>
    <dgm:pt modelId="{79CE8B1F-E93B-45DF-98B3-3519ABC6B99C}" type="pres">
      <dgm:prSet presAssocID="{E44EA5AC-A37F-4D33-B03F-FF930D1F31BD}" presName="parentText" presStyleLbl="node1" presStyleIdx="3" presStyleCnt="13">
        <dgm:presLayoutVars>
          <dgm:chMax val="0"/>
          <dgm:bulletEnabled val="1"/>
        </dgm:presLayoutVars>
      </dgm:prSet>
      <dgm:spPr/>
    </dgm:pt>
    <dgm:pt modelId="{B99BB2DC-A366-444E-8471-C01290F37B14}" type="pres">
      <dgm:prSet presAssocID="{818F011B-F061-4553-8966-F0B9505C831B}" presName="spacer" presStyleCnt="0"/>
      <dgm:spPr/>
    </dgm:pt>
    <dgm:pt modelId="{30AA4D02-11AB-4754-82CA-EACC7DCF9EF2}" type="pres">
      <dgm:prSet presAssocID="{C92FF3C9-5FE2-4C0D-9A80-ED7937FC834D}" presName="parentText" presStyleLbl="node1" presStyleIdx="4" presStyleCnt="13">
        <dgm:presLayoutVars>
          <dgm:chMax val="0"/>
          <dgm:bulletEnabled val="1"/>
        </dgm:presLayoutVars>
      </dgm:prSet>
      <dgm:spPr/>
    </dgm:pt>
    <dgm:pt modelId="{519387F8-B3EC-4D1D-8817-78CFD7D1C90E}" type="pres">
      <dgm:prSet presAssocID="{C3B87E5D-54F8-4F6B-AB4F-6EFB8A133F00}" presName="spacer" presStyleCnt="0"/>
      <dgm:spPr/>
    </dgm:pt>
    <dgm:pt modelId="{9601F6EE-EDBF-46FF-A5FF-D7F9195CC5BE}" type="pres">
      <dgm:prSet presAssocID="{F16BF6C8-9397-48D3-B95D-481A92CE956C}" presName="parentText" presStyleLbl="node1" presStyleIdx="5" presStyleCnt="13">
        <dgm:presLayoutVars>
          <dgm:chMax val="0"/>
          <dgm:bulletEnabled val="1"/>
        </dgm:presLayoutVars>
      </dgm:prSet>
      <dgm:spPr/>
    </dgm:pt>
    <dgm:pt modelId="{DAFECE77-C88C-4036-A9EB-5DA812771DE9}" type="pres">
      <dgm:prSet presAssocID="{6098370F-C3A2-4B1A-9B73-BA039493C852}" presName="spacer" presStyleCnt="0"/>
      <dgm:spPr/>
    </dgm:pt>
    <dgm:pt modelId="{1077EA8B-6588-49E9-AD2C-E5DAF4A4C4CB}" type="pres">
      <dgm:prSet presAssocID="{7FF35305-D6A6-430D-9229-595AA0E615C5}" presName="parentText" presStyleLbl="node1" presStyleIdx="6" presStyleCnt="13">
        <dgm:presLayoutVars>
          <dgm:chMax val="0"/>
          <dgm:bulletEnabled val="1"/>
        </dgm:presLayoutVars>
      </dgm:prSet>
      <dgm:spPr/>
    </dgm:pt>
    <dgm:pt modelId="{EDBECC60-ECDF-4812-AE01-DFE4D986FF34}" type="pres">
      <dgm:prSet presAssocID="{62006FDB-5210-4152-87BA-2FA23BDD909D}" presName="spacer" presStyleCnt="0"/>
      <dgm:spPr/>
    </dgm:pt>
    <dgm:pt modelId="{3A38FEEB-C064-44DC-8249-B39C609281CB}" type="pres">
      <dgm:prSet presAssocID="{93B23F36-14A6-49D7-A042-EC9307A1A9A5}" presName="parentText" presStyleLbl="node1" presStyleIdx="7" presStyleCnt="13">
        <dgm:presLayoutVars>
          <dgm:chMax val="0"/>
          <dgm:bulletEnabled val="1"/>
        </dgm:presLayoutVars>
      </dgm:prSet>
      <dgm:spPr/>
    </dgm:pt>
    <dgm:pt modelId="{E7A604AB-E08D-4A63-B5B7-301E3EFAF603}" type="pres">
      <dgm:prSet presAssocID="{7E31677C-6A55-4DEE-A7A4-5A86EB4E18CC}" presName="spacer" presStyleCnt="0"/>
      <dgm:spPr/>
    </dgm:pt>
    <dgm:pt modelId="{F5865573-0B22-480C-AA51-CD36881B173F}" type="pres">
      <dgm:prSet presAssocID="{784FF7A3-D052-4B56-84FC-D03BC9F38D7D}" presName="parentText" presStyleLbl="node1" presStyleIdx="8" presStyleCnt="13">
        <dgm:presLayoutVars>
          <dgm:chMax val="0"/>
          <dgm:bulletEnabled val="1"/>
        </dgm:presLayoutVars>
      </dgm:prSet>
      <dgm:spPr/>
    </dgm:pt>
    <dgm:pt modelId="{4BEAF192-900A-46DF-84FA-184A073D77EF}" type="pres">
      <dgm:prSet presAssocID="{59B4B185-8F7A-445E-84BA-2E5CBAB7ADC4}" presName="spacer" presStyleCnt="0"/>
      <dgm:spPr/>
    </dgm:pt>
    <dgm:pt modelId="{2442F7A9-328D-45D7-ABB3-0CF91B52BDFE}" type="pres">
      <dgm:prSet presAssocID="{EAAC7BC2-E5AD-4785-A861-1D2F1FDB1ED9}" presName="parentText" presStyleLbl="node1" presStyleIdx="9" presStyleCnt="13">
        <dgm:presLayoutVars>
          <dgm:chMax val="0"/>
          <dgm:bulletEnabled val="1"/>
        </dgm:presLayoutVars>
      </dgm:prSet>
      <dgm:spPr/>
    </dgm:pt>
    <dgm:pt modelId="{8A1282C7-B069-4157-A7E8-8E55C630E49C}" type="pres">
      <dgm:prSet presAssocID="{9F95044A-E663-404D-A857-F5AD0C0F0CFF}" presName="spacer" presStyleCnt="0"/>
      <dgm:spPr/>
    </dgm:pt>
    <dgm:pt modelId="{720CC190-FB3B-48E9-A168-415C4EF4DE1F}" type="pres">
      <dgm:prSet presAssocID="{ED7A14BE-ED40-4B7A-B256-A262CB10316A}" presName="parentText" presStyleLbl="node1" presStyleIdx="10" presStyleCnt="13">
        <dgm:presLayoutVars>
          <dgm:chMax val="0"/>
          <dgm:bulletEnabled val="1"/>
        </dgm:presLayoutVars>
      </dgm:prSet>
      <dgm:spPr/>
    </dgm:pt>
    <dgm:pt modelId="{A2872B30-6B96-4493-917F-E4CCC5321B9D}" type="pres">
      <dgm:prSet presAssocID="{AF8AF43F-DF21-4C9F-B88F-7D91DA5BDF4E}" presName="spacer" presStyleCnt="0"/>
      <dgm:spPr/>
    </dgm:pt>
    <dgm:pt modelId="{3846D4DE-70E3-4CDF-B668-518B4F81D605}" type="pres">
      <dgm:prSet presAssocID="{1B59D251-5579-476E-8CC0-F0EF921EA3D0}" presName="parentText" presStyleLbl="node1" presStyleIdx="11" presStyleCnt="13">
        <dgm:presLayoutVars>
          <dgm:chMax val="0"/>
          <dgm:bulletEnabled val="1"/>
        </dgm:presLayoutVars>
      </dgm:prSet>
      <dgm:spPr/>
    </dgm:pt>
    <dgm:pt modelId="{45486FB5-4FDE-4B67-B274-CD3755C2ACDB}" type="pres">
      <dgm:prSet presAssocID="{3C46E1FA-9641-40D8-B76C-42D0048EEB32}" presName="spacer" presStyleCnt="0"/>
      <dgm:spPr/>
    </dgm:pt>
    <dgm:pt modelId="{C5F25682-3178-4D4E-A118-B6429DA023EC}" type="pres">
      <dgm:prSet presAssocID="{412EAE70-A4A3-4628-8ED6-38A03B39B3E4}" presName="parentText" presStyleLbl="node1" presStyleIdx="12" presStyleCnt="13">
        <dgm:presLayoutVars>
          <dgm:chMax val="0"/>
          <dgm:bulletEnabled val="1"/>
        </dgm:presLayoutVars>
      </dgm:prSet>
      <dgm:spPr/>
    </dgm:pt>
  </dgm:ptLst>
  <dgm:cxnLst>
    <dgm:cxn modelId="{141A7B00-C85C-410E-96F2-57FF44E0D77A}" srcId="{DB8C0F0A-7CBD-486F-A411-345B44238AE8}" destId="{337D3B1E-E2CF-4A7D-861D-AAF484EE45F8}" srcOrd="2" destOrd="0" parTransId="{A877F54C-2786-4D78-AB91-D7061C47A9E5}" sibTransId="{BEBDD169-9398-43D2-B7D7-C3067C83DE49}"/>
    <dgm:cxn modelId="{2EC6BE06-0768-4CA4-A214-54D15C91915F}" type="presOf" srcId="{F16BF6C8-9397-48D3-B95D-481A92CE956C}" destId="{9601F6EE-EDBF-46FF-A5FF-D7F9195CC5BE}" srcOrd="0" destOrd="0" presId="urn:microsoft.com/office/officeart/2005/8/layout/vList2"/>
    <dgm:cxn modelId="{DA1DC81A-8FF2-47D1-B7BE-423EC670666A}" type="presOf" srcId="{B2526ABA-2D4E-48CE-B2BF-03630B6708F1}" destId="{7D2AA975-D6E4-414E-82EF-B9DC7B260C25}" srcOrd="0" destOrd="0" presId="urn:microsoft.com/office/officeart/2005/8/layout/vList2"/>
    <dgm:cxn modelId="{80D7F71A-75CC-4BC5-A307-F12FA6EEC135}" srcId="{DB8C0F0A-7CBD-486F-A411-345B44238AE8}" destId="{14BBBC56-6F71-4E04-A727-CCE57FE3CC8A}" srcOrd="0" destOrd="0" parTransId="{A4CDB6E5-9016-4E55-88B6-298AEBF1427D}" sibTransId="{7851D5BA-09B4-4EA5-B0A1-0819052C0A1F}"/>
    <dgm:cxn modelId="{32D3EC21-0DC4-45A6-AFED-3780AA786604}" srcId="{DB8C0F0A-7CBD-486F-A411-345B44238AE8}" destId="{784FF7A3-D052-4B56-84FC-D03BC9F38D7D}" srcOrd="8" destOrd="0" parTransId="{6B1B02A2-A10C-4822-8979-07E49BCC65A3}" sibTransId="{59B4B185-8F7A-445E-84BA-2E5CBAB7ADC4}"/>
    <dgm:cxn modelId="{C339A62E-53D3-4A6C-B9E5-42197FEAF43A}" srcId="{DB8C0F0A-7CBD-486F-A411-345B44238AE8}" destId="{C92FF3C9-5FE2-4C0D-9A80-ED7937FC834D}" srcOrd="4" destOrd="0" parTransId="{F2C8CAC8-4211-4C1A-B844-4CC0AB417D11}" sibTransId="{C3B87E5D-54F8-4F6B-AB4F-6EFB8A133F00}"/>
    <dgm:cxn modelId="{DE0D7639-5BCE-467C-8EC0-9EA3205A0684}" type="presOf" srcId="{14BBBC56-6F71-4E04-A727-CCE57FE3CC8A}" destId="{44704050-8C32-474D-83A1-2879C58176E5}" srcOrd="0" destOrd="0" presId="urn:microsoft.com/office/officeart/2005/8/layout/vList2"/>
    <dgm:cxn modelId="{34BB5264-DE31-4BE6-8542-41D88D817724}" type="presOf" srcId="{ED7A14BE-ED40-4B7A-B256-A262CB10316A}" destId="{720CC190-FB3B-48E9-A168-415C4EF4DE1F}" srcOrd="0" destOrd="0" presId="urn:microsoft.com/office/officeart/2005/8/layout/vList2"/>
    <dgm:cxn modelId="{7D018F66-D0A3-4A7B-9734-72E207E72510}" type="presOf" srcId="{C92FF3C9-5FE2-4C0D-9A80-ED7937FC834D}" destId="{30AA4D02-11AB-4754-82CA-EACC7DCF9EF2}" srcOrd="0" destOrd="0" presId="urn:microsoft.com/office/officeart/2005/8/layout/vList2"/>
    <dgm:cxn modelId="{87578C4B-7341-4406-83C2-E9892BCFA6A4}" type="presOf" srcId="{784FF7A3-D052-4B56-84FC-D03BC9F38D7D}" destId="{F5865573-0B22-480C-AA51-CD36881B173F}" srcOrd="0" destOrd="0" presId="urn:microsoft.com/office/officeart/2005/8/layout/vList2"/>
    <dgm:cxn modelId="{40961170-D62E-406C-A412-B4D1166D02EA}" type="presOf" srcId="{E44EA5AC-A37F-4D33-B03F-FF930D1F31BD}" destId="{79CE8B1F-E93B-45DF-98B3-3519ABC6B99C}" srcOrd="0" destOrd="0" presId="urn:microsoft.com/office/officeart/2005/8/layout/vList2"/>
    <dgm:cxn modelId="{44223F52-C511-4798-880F-F0F4B85A557F}" type="presOf" srcId="{412EAE70-A4A3-4628-8ED6-38A03B39B3E4}" destId="{C5F25682-3178-4D4E-A118-B6429DA023EC}" srcOrd="0" destOrd="0" presId="urn:microsoft.com/office/officeart/2005/8/layout/vList2"/>
    <dgm:cxn modelId="{C03D8852-2D7A-457B-B962-F648870C0C00}" srcId="{DB8C0F0A-7CBD-486F-A411-345B44238AE8}" destId="{1B59D251-5579-476E-8CC0-F0EF921EA3D0}" srcOrd="11" destOrd="0" parTransId="{9643E364-2155-4ABA-BF17-157990927E0C}" sibTransId="{3C46E1FA-9641-40D8-B76C-42D0048EEB32}"/>
    <dgm:cxn modelId="{71159453-3E63-4E03-89A0-EE81E28103FF}" srcId="{DB8C0F0A-7CBD-486F-A411-345B44238AE8}" destId="{412EAE70-A4A3-4628-8ED6-38A03B39B3E4}" srcOrd="12" destOrd="0" parTransId="{BFC812C4-0265-4279-8916-94ADA2DA06E2}" sibTransId="{8B379DFD-18E6-4AE2-ABB4-110CB2F9813D}"/>
    <dgm:cxn modelId="{481D3854-C36B-4259-863C-0D337A07DB71}" type="presOf" srcId="{7FF35305-D6A6-430D-9229-595AA0E615C5}" destId="{1077EA8B-6588-49E9-AD2C-E5DAF4A4C4CB}" srcOrd="0" destOrd="0" presId="urn:microsoft.com/office/officeart/2005/8/layout/vList2"/>
    <dgm:cxn modelId="{5B4CBA56-7E78-4F8F-BB20-7EE81D6B4DFC}" srcId="{DB8C0F0A-7CBD-486F-A411-345B44238AE8}" destId="{93B23F36-14A6-49D7-A042-EC9307A1A9A5}" srcOrd="7" destOrd="0" parTransId="{6775FAB0-9FD0-46FD-AD51-FFFF89829745}" sibTransId="{7E31677C-6A55-4DEE-A7A4-5A86EB4E18CC}"/>
    <dgm:cxn modelId="{95426C79-7C04-4881-9D00-B56A95D48E04}" srcId="{DB8C0F0A-7CBD-486F-A411-345B44238AE8}" destId="{E44EA5AC-A37F-4D33-B03F-FF930D1F31BD}" srcOrd="3" destOrd="0" parTransId="{4492956F-94D0-40DD-B9AC-BEF35DF3FEDB}" sibTransId="{818F011B-F061-4553-8966-F0B9505C831B}"/>
    <dgm:cxn modelId="{45D0327C-ED7E-42CC-AA8E-41F84836F64D}" srcId="{DB8C0F0A-7CBD-486F-A411-345B44238AE8}" destId="{F16BF6C8-9397-48D3-B95D-481A92CE956C}" srcOrd="5" destOrd="0" parTransId="{68B0CF2E-FD86-40E8-8EFB-CF3A5907DEF8}" sibTransId="{6098370F-C3A2-4B1A-9B73-BA039493C852}"/>
    <dgm:cxn modelId="{F4CF3C91-E01E-4FE5-A633-2968532EC5B5}" type="presOf" srcId="{1B59D251-5579-476E-8CC0-F0EF921EA3D0}" destId="{3846D4DE-70E3-4CDF-B668-518B4F81D605}" srcOrd="0" destOrd="0" presId="urn:microsoft.com/office/officeart/2005/8/layout/vList2"/>
    <dgm:cxn modelId="{2A8AEA94-EAA8-420F-BAA8-AA875E1B5ECD}" srcId="{DB8C0F0A-7CBD-486F-A411-345B44238AE8}" destId="{EAAC7BC2-E5AD-4785-A861-1D2F1FDB1ED9}" srcOrd="9" destOrd="0" parTransId="{133F342D-8B4E-4448-864C-05505474B81F}" sibTransId="{9F95044A-E663-404D-A857-F5AD0C0F0CFF}"/>
    <dgm:cxn modelId="{A124C795-AB5E-4C1C-AA38-4C71CD7F71E3}" srcId="{DB8C0F0A-7CBD-486F-A411-345B44238AE8}" destId="{ED7A14BE-ED40-4B7A-B256-A262CB10316A}" srcOrd="10" destOrd="0" parTransId="{A45B20CA-34A8-4EF4-9CC0-4ACD1992B051}" sibTransId="{AF8AF43F-DF21-4C9F-B88F-7D91DA5BDF4E}"/>
    <dgm:cxn modelId="{489AB1A1-D610-4377-BFFD-5EA39E5414FA}" type="presOf" srcId="{337D3B1E-E2CF-4A7D-861D-AAF484EE45F8}" destId="{1A7F57A1-E7AF-4278-8BFF-0D8F487705F4}" srcOrd="0" destOrd="0" presId="urn:microsoft.com/office/officeart/2005/8/layout/vList2"/>
    <dgm:cxn modelId="{B00DFDE3-6F7A-4DF4-9E81-D605C7D4160A}" type="presOf" srcId="{93B23F36-14A6-49D7-A042-EC9307A1A9A5}" destId="{3A38FEEB-C064-44DC-8249-B39C609281CB}" srcOrd="0" destOrd="0" presId="urn:microsoft.com/office/officeart/2005/8/layout/vList2"/>
    <dgm:cxn modelId="{E15874E6-D670-41F8-ADD9-FA9250A88B38}" type="presOf" srcId="{DB8C0F0A-7CBD-486F-A411-345B44238AE8}" destId="{C70AFB6D-97BC-4D28-92DA-DA334AD84D4C}" srcOrd="0" destOrd="0" presId="urn:microsoft.com/office/officeart/2005/8/layout/vList2"/>
    <dgm:cxn modelId="{74C3E2E8-263F-4E3B-BB45-2082CB151D80}" type="presOf" srcId="{EAAC7BC2-E5AD-4785-A861-1D2F1FDB1ED9}" destId="{2442F7A9-328D-45D7-ABB3-0CF91B52BDFE}" srcOrd="0" destOrd="0" presId="urn:microsoft.com/office/officeart/2005/8/layout/vList2"/>
    <dgm:cxn modelId="{308802FD-6FDA-4444-9025-059F4DD01E1B}" srcId="{DB8C0F0A-7CBD-486F-A411-345B44238AE8}" destId="{B2526ABA-2D4E-48CE-B2BF-03630B6708F1}" srcOrd="1" destOrd="0" parTransId="{111D270B-8761-4322-A26F-EA17E9042A56}" sibTransId="{26800C0C-160D-41A6-89C4-4E5D0ABD9AFA}"/>
    <dgm:cxn modelId="{C2326EFE-58B3-48EE-B7BC-5E9F25142332}" srcId="{DB8C0F0A-7CBD-486F-A411-345B44238AE8}" destId="{7FF35305-D6A6-430D-9229-595AA0E615C5}" srcOrd="6" destOrd="0" parTransId="{C1F94752-F421-4820-844C-AFFE0BBFD658}" sibTransId="{62006FDB-5210-4152-87BA-2FA23BDD909D}"/>
    <dgm:cxn modelId="{B90F9B55-C14F-447E-8D54-84C0E80BA7A4}" type="presParOf" srcId="{C70AFB6D-97BC-4D28-92DA-DA334AD84D4C}" destId="{44704050-8C32-474D-83A1-2879C58176E5}" srcOrd="0" destOrd="0" presId="urn:microsoft.com/office/officeart/2005/8/layout/vList2"/>
    <dgm:cxn modelId="{E5AEDF61-81E2-4D6A-B3D1-C4B2EC649379}" type="presParOf" srcId="{C70AFB6D-97BC-4D28-92DA-DA334AD84D4C}" destId="{D9C993F0-FF91-47FA-8DF3-D285F76CAFC8}" srcOrd="1" destOrd="0" presId="urn:microsoft.com/office/officeart/2005/8/layout/vList2"/>
    <dgm:cxn modelId="{B5A167A7-BC2D-48E5-995F-002C431F2703}" type="presParOf" srcId="{C70AFB6D-97BC-4D28-92DA-DA334AD84D4C}" destId="{7D2AA975-D6E4-414E-82EF-B9DC7B260C25}" srcOrd="2" destOrd="0" presId="urn:microsoft.com/office/officeart/2005/8/layout/vList2"/>
    <dgm:cxn modelId="{E17881FB-6921-4A7E-989D-E43341DD27D1}" type="presParOf" srcId="{C70AFB6D-97BC-4D28-92DA-DA334AD84D4C}" destId="{2B1D4859-A004-40A6-9623-4EB6AB6D1EC8}" srcOrd="3" destOrd="0" presId="urn:microsoft.com/office/officeart/2005/8/layout/vList2"/>
    <dgm:cxn modelId="{5E721667-EE1B-4E83-AED2-FDC42C46F68B}" type="presParOf" srcId="{C70AFB6D-97BC-4D28-92DA-DA334AD84D4C}" destId="{1A7F57A1-E7AF-4278-8BFF-0D8F487705F4}" srcOrd="4" destOrd="0" presId="urn:microsoft.com/office/officeart/2005/8/layout/vList2"/>
    <dgm:cxn modelId="{F8C2227B-B80F-43E7-9077-76EC47F7067F}" type="presParOf" srcId="{C70AFB6D-97BC-4D28-92DA-DA334AD84D4C}" destId="{11BC1B99-9F15-40ED-BAF5-43E3700676D9}" srcOrd="5" destOrd="0" presId="urn:microsoft.com/office/officeart/2005/8/layout/vList2"/>
    <dgm:cxn modelId="{30CFFAB0-4E9F-44ED-ABBF-702BFD514086}" type="presParOf" srcId="{C70AFB6D-97BC-4D28-92DA-DA334AD84D4C}" destId="{79CE8B1F-E93B-45DF-98B3-3519ABC6B99C}" srcOrd="6" destOrd="0" presId="urn:microsoft.com/office/officeart/2005/8/layout/vList2"/>
    <dgm:cxn modelId="{BE4EAA9C-EB4F-4843-9EFB-7EABCA8C95CE}" type="presParOf" srcId="{C70AFB6D-97BC-4D28-92DA-DA334AD84D4C}" destId="{B99BB2DC-A366-444E-8471-C01290F37B14}" srcOrd="7" destOrd="0" presId="urn:microsoft.com/office/officeart/2005/8/layout/vList2"/>
    <dgm:cxn modelId="{D02249FB-1EC9-49DC-8B3C-7EC9DAF03185}" type="presParOf" srcId="{C70AFB6D-97BC-4D28-92DA-DA334AD84D4C}" destId="{30AA4D02-11AB-4754-82CA-EACC7DCF9EF2}" srcOrd="8" destOrd="0" presId="urn:microsoft.com/office/officeart/2005/8/layout/vList2"/>
    <dgm:cxn modelId="{44833B90-E926-4274-81BF-EEDE0C538D4F}" type="presParOf" srcId="{C70AFB6D-97BC-4D28-92DA-DA334AD84D4C}" destId="{519387F8-B3EC-4D1D-8817-78CFD7D1C90E}" srcOrd="9" destOrd="0" presId="urn:microsoft.com/office/officeart/2005/8/layout/vList2"/>
    <dgm:cxn modelId="{AD150473-49D0-49E2-8ED8-D573A2AF7CE1}" type="presParOf" srcId="{C70AFB6D-97BC-4D28-92DA-DA334AD84D4C}" destId="{9601F6EE-EDBF-46FF-A5FF-D7F9195CC5BE}" srcOrd="10" destOrd="0" presId="urn:microsoft.com/office/officeart/2005/8/layout/vList2"/>
    <dgm:cxn modelId="{CBBA9EE0-E742-46B0-B39E-E63D593F81EB}" type="presParOf" srcId="{C70AFB6D-97BC-4D28-92DA-DA334AD84D4C}" destId="{DAFECE77-C88C-4036-A9EB-5DA812771DE9}" srcOrd="11" destOrd="0" presId="urn:microsoft.com/office/officeart/2005/8/layout/vList2"/>
    <dgm:cxn modelId="{69B82E61-1F04-45C8-8F6B-823BFAC4BEC2}" type="presParOf" srcId="{C70AFB6D-97BC-4D28-92DA-DA334AD84D4C}" destId="{1077EA8B-6588-49E9-AD2C-E5DAF4A4C4CB}" srcOrd="12" destOrd="0" presId="urn:microsoft.com/office/officeart/2005/8/layout/vList2"/>
    <dgm:cxn modelId="{17ECD8E4-76E8-4BD0-B24F-543A4B8ACA39}" type="presParOf" srcId="{C70AFB6D-97BC-4D28-92DA-DA334AD84D4C}" destId="{EDBECC60-ECDF-4812-AE01-DFE4D986FF34}" srcOrd="13" destOrd="0" presId="urn:microsoft.com/office/officeart/2005/8/layout/vList2"/>
    <dgm:cxn modelId="{B9019CBD-F23A-4C41-AD34-ED574E50D92F}" type="presParOf" srcId="{C70AFB6D-97BC-4D28-92DA-DA334AD84D4C}" destId="{3A38FEEB-C064-44DC-8249-B39C609281CB}" srcOrd="14" destOrd="0" presId="urn:microsoft.com/office/officeart/2005/8/layout/vList2"/>
    <dgm:cxn modelId="{5658F05B-4478-499E-BEF1-61242D80534E}" type="presParOf" srcId="{C70AFB6D-97BC-4D28-92DA-DA334AD84D4C}" destId="{E7A604AB-E08D-4A63-B5B7-301E3EFAF603}" srcOrd="15" destOrd="0" presId="urn:microsoft.com/office/officeart/2005/8/layout/vList2"/>
    <dgm:cxn modelId="{BB02DD33-5846-4042-8F71-BA02DFD2805B}" type="presParOf" srcId="{C70AFB6D-97BC-4D28-92DA-DA334AD84D4C}" destId="{F5865573-0B22-480C-AA51-CD36881B173F}" srcOrd="16" destOrd="0" presId="urn:microsoft.com/office/officeart/2005/8/layout/vList2"/>
    <dgm:cxn modelId="{E0A79E2D-3282-45CC-871A-FC63F2C35496}" type="presParOf" srcId="{C70AFB6D-97BC-4D28-92DA-DA334AD84D4C}" destId="{4BEAF192-900A-46DF-84FA-184A073D77EF}" srcOrd="17" destOrd="0" presId="urn:microsoft.com/office/officeart/2005/8/layout/vList2"/>
    <dgm:cxn modelId="{BB8D45CE-D32D-4B61-B30F-568E2DA76C45}" type="presParOf" srcId="{C70AFB6D-97BC-4D28-92DA-DA334AD84D4C}" destId="{2442F7A9-328D-45D7-ABB3-0CF91B52BDFE}" srcOrd="18" destOrd="0" presId="urn:microsoft.com/office/officeart/2005/8/layout/vList2"/>
    <dgm:cxn modelId="{AB674663-BD98-462C-8A54-F60ACBBFF6AA}" type="presParOf" srcId="{C70AFB6D-97BC-4D28-92DA-DA334AD84D4C}" destId="{8A1282C7-B069-4157-A7E8-8E55C630E49C}" srcOrd="19" destOrd="0" presId="urn:microsoft.com/office/officeart/2005/8/layout/vList2"/>
    <dgm:cxn modelId="{92EF11F6-7979-4167-98DE-39DEDD5ACC8B}" type="presParOf" srcId="{C70AFB6D-97BC-4D28-92DA-DA334AD84D4C}" destId="{720CC190-FB3B-48E9-A168-415C4EF4DE1F}" srcOrd="20" destOrd="0" presId="urn:microsoft.com/office/officeart/2005/8/layout/vList2"/>
    <dgm:cxn modelId="{E51C4FCC-4847-4174-85DE-397CB4B3FACB}" type="presParOf" srcId="{C70AFB6D-97BC-4D28-92DA-DA334AD84D4C}" destId="{A2872B30-6B96-4493-917F-E4CCC5321B9D}" srcOrd="21" destOrd="0" presId="urn:microsoft.com/office/officeart/2005/8/layout/vList2"/>
    <dgm:cxn modelId="{B8BE9EBB-1992-40F5-A278-3E50C463B1C2}" type="presParOf" srcId="{C70AFB6D-97BC-4D28-92DA-DA334AD84D4C}" destId="{3846D4DE-70E3-4CDF-B668-518B4F81D605}" srcOrd="22" destOrd="0" presId="urn:microsoft.com/office/officeart/2005/8/layout/vList2"/>
    <dgm:cxn modelId="{90B298F8-8AD7-4FDD-BCAB-6D0FB3E39BBF}" type="presParOf" srcId="{C70AFB6D-97BC-4D28-92DA-DA334AD84D4C}" destId="{45486FB5-4FDE-4B67-B274-CD3755C2ACDB}" srcOrd="23" destOrd="0" presId="urn:microsoft.com/office/officeart/2005/8/layout/vList2"/>
    <dgm:cxn modelId="{6BF1A660-4E3E-43A0-9C03-B7CD4EB52AB4}" type="presParOf" srcId="{C70AFB6D-97BC-4D28-92DA-DA334AD84D4C}" destId="{C5F25682-3178-4D4E-A118-B6429DA023EC}" srcOrd="2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75BE0CC-B1D2-481E-86B0-4AF927EA8C9C}" type="doc">
      <dgm:prSet loTypeId="urn:microsoft.com/office/officeart/2005/8/layout/vList2" loCatId="list" qsTypeId="urn:microsoft.com/office/officeart/2005/8/quickstyle/simple5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7926FFD-7E24-4692-9887-B292BC99FB4B}">
      <dgm:prSet/>
      <dgm:spPr/>
      <dgm:t>
        <a:bodyPr/>
        <a:lstStyle/>
        <a:p>
          <a:r>
            <a:rPr lang="en-US" b="0" i="0" baseline="0"/>
            <a:t>Both models tend to </a:t>
          </a:r>
          <a:r>
            <a:rPr lang="en-US" b="1" i="0" baseline="0"/>
            <a:t>underpredict higher-cost claims</a:t>
          </a:r>
          <a:r>
            <a:rPr lang="en-US" b="0" i="0" baseline="0"/>
            <a:t> </a:t>
          </a:r>
          <a:endParaRPr lang="en-US"/>
        </a:p>
      </dgm:t>
    </dgm:pt>
    <dgm:pt modelId="{DE39A796-A13D-449F-8986-D87C95F77727}" type="parTrans" cxnId="{26C49E1D-162D-45F8-975C-9813EF1A8C1A}">
      <dgm:prSet/>
      <dgm:spPr/>
      <dgm:t>
        <a:bodyPr/>
        <a:lstStyle/>
        <a:p>
          <a:endParaRPr lang="en-US"/>
        </a:p>
      </dgm:t>
    </dgm:pt>
    <dgm:pt modelId="{B7952842-CD03-4837-B8D1-82329D0FE20E}" type="sibTrans" cxnId="{26C49E1D-162D-45F8-975C-9813EF1A8C1A}">
      <dgm:prSet/>
      <dgm:spPr/>
      <dgm:t>
        <a:bodyPr/>
        <a:lstStyle/>
        <a:p>
          <a:endParaRPr lang="en-US"/>
        </a:p>
      </dgm:t>
    </dgm:pt>
    <dgm:pt modelId="{4F4B018E-63CA-484B-B8DB-0861AF1B2E51}">
      <dgm:prSet/>
      <dgm:spPr/>
      <dgm:t>
        <a:bodyPr/>
        <a:lstStyle/>
        <a:p>
          <a:r>
            <a:rPr lang="en-US" b="0" i="0" baseline="0"/>
            <a:t>Model B shows </a:t>
          </a:r>
          <a:r>
            <a:rPr lang="en-US" b="1" i="0" baseline="0"/>
            <a:t>tighter alignment with actual values</a:t>
          </a:r>
          <a:r>
            <a:rPr lang="en-US" b="0" i="0" baseline="0"/>
            <a:t> (lower variance) </a:t>
          </a:r>
          <a:endParaRPr lang="en-US"/>
        </a:p>
      </dgm:t>
    </dgm:pt>
    <dgm:pt modelId="{2FCAA262-F26B-42B8-9C6C-224880D3F355}" type="parTrans" cxnId="{7D858E81-291D-4170-9104-2E0BEF0E764A}">
      <dgm:prSet/>
      <dgm:spPr/>
      <dgm:t>
        <a:bodyPr/>
        <a:lstStyle/>
        <a:p>
          <a:endParaRPr lang="en-US"/>
        </a:p>
      </dgm:t>
    </dgm:pt>
    <dgm:pt modelId="{F7892668-4D42-42D5-98C3-E9F0FCA0EB40}" type="sibTrans" cxnId="{7D858E81-291D-4170-9104-2E0BEF0E764A}">
      <dgm:prSet/>
      <dgm:spPr/>
      <dgm:t>
        <a:bodyPr/>
        <a:lstStyle/>
        <a:p>
          <a:endParaRPr lang="en-US"/>
        </a:p>
      </dgm:t>
    </dgm:pt>
    <dgm:pt modelId="{7C87960E-CD50-4B84-927C-4696CF1BA6C7}">
      <dgm:prSet/>
      <dgm:spPr/>
      <dgm:t>
        <a:bodyPr/>
        <a:lstStyle/>
        <a:p>
          <a:r>
            <a:rPr lang="en-US" b="0" i="0" baseline="0"/>
            <a:t>A noticeable proportion of predictions are </a:t>
          </a:r>
          <a:r>
            <a:rPr lang="en-US" b="1" i="0" baseline="0"/>
            <a:t>zero</a:t>
          </a:r>
          <a:r>
            <a:rPr lang="en-US" b="0" i="0" baseline="0"/>
            <a:t>, contributing to underestimation </a:t>
          </a:r>
          <a:endParaRPr lang="en-US"/>
        </a:p>
      </dgm:t>
    </dgm:pt>
    <dgm:pt modelId="{7B7844A8-8924-42D1-B90E-52286D1F43DF}" type="parTrans" cxnId="{10E7EF94-5566-4B65-A260-37E9A622C280}">
      <dgm:prSet/>
      <dgm:spPr/>
      <dgm:t>
        <a:bodyPr/>
        <a:lstStyle/>
        <a:p>
          <a:endParaRPr lang="en-US"/>
        </a:p>
      </dgm:t>
    </dgm:pt>
    <dgm:pt modelId="{733D0396-772C-47BB-9516-65312843674D}" type="sibTrans" cxnId="{10E7EF94-5566-4B65-A260-37E9A622C280}">
      <dgm:prSet/>
      <dgm:spPr/>
      <dgm:t>
        <a:bodyPr/>
        <a:lstStyle/>
        <a:p>
          <a:endParaRPr lang="en-US"/>
        </a:p>
      </dgm:t>
    </dgm:pt>
    <dgm:pt modelId="{C9836B4A-8674-4F51-8380-F61381C5E292}" type="pres">
      <dgm:prSet presAssocID="{B75BE0CC-B1D2-481E-86B0-4AF927EA8C9C}" presName="linear" presStyleCnt="0">
        <dgm:presLayoutVars>
          <dgm:animLvl val="lvl"/>
          <dgm:resizeHandles val="exact"/>
        </dgm:presLayoutVars>
      </dgm:prSet>
      <dgm:spPr/>
    </dgm:pt>
    <dgm:pt modelId="{77A44255-9740-4ADC-A763-13497786739A}" type="pres">
      <dgm:prSet presAssocID="{F7926FFD-7E24-4692-9887-B292BC99FB4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E746B9C-EAA1-4340-BDDF-949F7C336E43}" type="pres">
      <dgm:prSet presAssocID="{B7952842-CD03-4837-B8D1-82329D0FE20E}" presName="spacer" presStyleCnt="0"/>
      <dgm:spPr/>
    </dgm:pt>
    <dgm:pt modelId="{60230355-A4D4-460B-B6C0-B3C5FEB99489}" type="pres">
      <dgm:prSet presAssocID="{4F4B018E-63CA-484B-B8DB-0861AF1B2E5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CA7CE86-34D4-41FD-88E5-4C8DDD0D22A7}" type="pres">
      <dgm:prSet presAssocID="{F7892668-4D42-42D5-98C3-E9F0FCA0EB40}" presName="spacer" presStyleCnt="0"/>
      <dgm:spPr/>
    </dgm:pt>
    <dgm:pt modelId="{713F4512-FDCF-48D9-8A0C-43DA89023F74}" type="pres">
      <dgm:prSet presAssocID="{7C87960E-CD50-4B84-927C-4696CF1BA6C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6C49E1D-162D-45F8-975C-9813EF1A8C1A}" srcId="{B75BE0CC-B1D2-481E-86B0-4AF927EA8C9C}" destId="{F7926FFD-7E24-4692-9887-B292BC99FB4B}" srcOrd="0" destOrd="0" parTransId="{DE39A796-A13D-449F-8986-D87C95F77727}" sibTransId="{B7952842-CD03-4837-B8D1-82329D0FE20E}"/>
    <dgm:cxn modelId="{D29B1835-B361-4F70-9A68-581F61F9F89E}" type="presOf" srcId="{F7926FFD-7E24-4692-9887-B292BC99FB4B}" destId="{77A44255-9740-4ADC-A763-13497786739A}" srcOrd="0" destOrd="0" presId="urn:microsoft.com/office/officeart/2005/8/layout/vList2"/>
    <dgm:cxn modelId="{63FA534D-09E9-4158-B690-51CA3F2CDD8F}" type="presOf" srcId="{4F4B018E-63CA-484B-B8DB-0861AF1B2E51}" destId="{60230355-A4D4-460B-B6C0-B3C5FEB99489}" srcOrd="0" destOrd="0" presId="urn:microsoft.com/office/officeart/2005/8/layout/vList2"/>
    <dgm:cxn modelId="{B4C6D376-A7F2-43FA-8209-73B69D78E63A}" type="presOf" srcId="{7C87960E-CD50-4B84-927C-4696CF1BA6C7}" destId="{713F4512-FDCF-48D9-8A0C-43DA89023F74}" srcOrd="0" destOrd="0" presId="urn:microsoft.com/office/officeart/2005/8/layout/vList2"/>
    <dgm:cxn modelId="{7D858E81-291D-4170-9104-2E0BEF0E764A}" srcId="{B75BE0CC-B1D2-481E-86B0-4AF927EA8C9C}" destId="{4F4B018E-63CA-484B-B8DB-0861AF1B2E51}" srcOrd="1" destOrd="0" parTransId="{2FCAA262-F26B-42B8-9C6C-224880D3F355}" sibTransId="{F7892668-4D42-42D5-98C3-E9F0FCA0EB40}"/>
    <dgm:cxn modelId="{10E7EF94-5566-4B65-A260-37E9A622C280}" srcId="{B75BE0CC-B1D2-481E-86B0-4AF927EA8C9C}" destId="{7C87960E-CD50-4B84-927C-4696CF1BA6C7}" srcOrd="2" destOrd="0" parTransId="{7B7844A8-8924-42D1-B90E-52286D1F43DF}" sibTransId="{733D0396-772C-47BB-9516-65312843674D}"/>
    <dgm:cxn modelId="{AE403DAB-9AAB-4CB4-AFDE-152CB56E9076}" type="presOf" srcId="{B75BE0CC-B1D2-481E-86B0-4AF927EA8C9C}" destId="{C9836B4A-8674-4F51-8380-F61381C5E292}" srcOrd="0" destOrd="0" presId="urn:microsoft.com/office/officeart/2005/8/layout/vList2"/>
    <dgm:cxn modelId="{08AF106F-8F6A-486D-83B2-E85CF0C66D1A}" type="presParOf" srcId="{C9836B4A-8674-4F51-8380-F61381C5E292}" destId="{77A44255-9740-4ADC-A763-13497786739A}" srcOrd="0" destOrd="0" presId="urn:microsoft.com/office/officeart/2005/8/layout/vList2"/>
    <dgm:cxn modelId="{F665C64C-6936-4632-AF47-401A1CEE121E}" type="presParOf" srcId="{C9836B4A-8674-4F51-8380-F61381C5E292}" destId="{1E746B9C-EAA1-4340-BDDF-949F7C336E43}" srcOrd="1" destOrd="0" presId="urn:microsoft.com/office/officeart/2005/8/layout/vList2"/>
    <dgm:cxn modelId="{94178E50-9F3C-4820-9218-0F0B2D455F26}" type="presParOf" srcId="{C9836B4A-8674-4F51-8380-F61381C5E292}" destId="{60230355-A4D4-460B-B6C0-B3C5FEB99489}" srcOrd="2" destOrd="0" presId="urn:microsoft.com/office/officeart/2005/8/layout/vList2"/>
    <dgm:cxn modelId="{524C995D-424F-47C3-8144-D693188E8E66}" type="presParOf" srcId="{C9836B4A-8674-4F51-8380-F61381C5E292}" destId="{DCA7CE86-34D4-41FD-88E5-4C8DDD0D22A7}" srcOrd="3" destOrd="0" presId="urn:microsoft.com/office/officeart/2005/8/layout/vList2"/>
    <dgm:cxn modelId="{0485822D-686D-41FF-96A5-7A77ABD5EF2B}" type="presParOf" srcId="{C9836B4A-8674-4F51-8380-F61381C5E292}" destId="{713F4512-FDCF-48D9-8A0C-43DA89023F7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0FB005-BC7B-4235-971E-2B1694FCD7E6}">
      <dsp:nvSpPr>
        <dsp:cNvPr id="0" name=""/>
        <dsp:cNvSpPr/>
      </dsp:nvSpPr>
      <dsp:spPr>
        <a:xfrm>
          <a:off x="0" y="494"/>
          <a:ext cx="6949440" cy="6806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8CC610-C3BF-4489-B1FE-34148EABF6A0}">
      <dsp:nvSpPr>
        <dsp:cNvPr id="0" name=""/>
        <dsp:cNvSpPr/>
      </dsp:nvSpPr>
      <dsp:spPr>
        <a:xfrm>
          <a:off x="205901" y="153643"/>
          <a:ext cx="374365" cy="3743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CDD3D9-4BF5-47FD-927F-BCD5FF480F39}">
      <dsp:nvSpPr>
        <dsp:cNvPr id="0" name=""/>
        <dsp:cNvSpPr/>
      </dsp:nvSpPr>
      <dsp:spPr>
        <a:xfrm>
          <a:off x="786167" y="494"/>
          <a:ext cx="6163272" cy="680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37" tIns="72037" rIns="72037" bIns="7203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Evaluation Scope</a:t>
          </a:r>
          <a:endParaRPr lang="en-US" sz="1600" kern="1200"/>
        </a:p>
      </dsp:txBody>
      <dsp:txXfrm>
        <a:off x="786167" y="494"/>
        <a:ext cx="6163272" cy="680664"/>
      </dsp:txXfrm>
    </dsp:sp>
    <dsp:sp modelId="{22D5054B-37EF-47E2-AC42-7B1A36925046}">
      <dsp:nvSpPr>
        <dsp:cNvPr id="0" name=""/>
        <dsp:cNvSpPr/>
      </dsp:nvSpPr>
      <dsp:spPr>
        <a:xfrm>
          <a:off x="0" y="851325"/>
          <a:ext cx="6949440" cy="6806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D8B3CA-E590-49E9-8290-4726051B0751}">
      <dsp:nvSpPr>
        <dsp:cNvPr id="0" name=""/>
        <dsp:cNvSpPr/>
      </dsp:nvSpPr>
      <dsp:spPr>
        <a:xfrm>
          <a:off x="205901" y="1004474"/>
          <a:ext cx="374365" cy="3743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099D65-3453-4B08-B20B-17E7B258C2CD}">
      <dsp:nvSpPr>
        <dsp:cNvPr id="0" name=""/>
        <dsp:cNvSpPr/>
      </dsp:nvSpPr>
      <dsp:spPr>
        <a:xfrm>
          <a:off x="786167" y="851325"/>
          <a:ext cx="6163272" cy="680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37" tIns="72037" rIns="72037" bIns="7203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Personal Auto (~12,000 claims) </a:t>
          </a:r>
        </a:p>
      </dsp:txBody>
      <dsp:txXfrm>
        <a:off x="786167" y="851325"/>
        <a:ext cx="6163272" cy="680664"/>
      </dsp:txXfrm>
    </dsp:sp>
    <dsp:sp modelId="{8CD354D1-4630-43D4-91A3-E9B2FC087CBD}">
      <dsp:nvSpPr>
        <dsp:cNvPr id="0" name=""/>
        <dsp:cNvSpPr/>
      </dsp:nvSpPr>
      <dsp:spPr>
        <a:xfrm>
          <a:off x="0" y="1702155"/>
          <a:ext cx="6949440" cy="6806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95A5DD-80C4-45F5-9417-006DC0D4B828}">
      <dsp:nvSpPr>
        <dsp:cNvPr id="0" name=""/>
        <dsp:cNvSpPr/>
      </dsp:nvSpPr>
      <dsp:spPr>
        <a:xfrm>
          <a:off x="205901" y="1855305"/>
          <a:ext cx="374365" cy="3743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93EA5D-DF85-4107-8C83-D5CD2C6F4C64}">
      <dsp:nvSpPr>
        <dsp:cNvPr id="0" name=""/>
        <dsp:cNvSpPr/>
      </dsp:nvSpPr>
      <dsp:spPr>
        <a:xfrm>
          <a:off x="786167" y="1702155"/>
          <a:ext cx="6163272" cy="680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37" tIns="72037" rIns="72037" bIns="7203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Commercial Property (~4,500 claims)</a:t>
          </a:r>
        </a:p>
      </dsp:txBody>
      <dsp:txXfrm>
        <a:off x="786167" y="1702155"/>
        <a:ext cx="6163272" cy="680664"/>
      </dsp:txXfrm>
    </dsp:sp>
    <dsp:sp modelId="{C59F79DD-C0CC-49BC-AD04-7924B257EB2F}">
      <dsp:nvSpPr>
        <dsp:cNvPr id="0" name=""/>
        <dsp:cNvSpPr/>
      </dsp:nvSpPr>
      <dsp:spPr>
        <a:xfrm>
          <a:off x="0" y="2552986"/>
          <a:ext cx="6949440" cy="6806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5BEBC2-FB10-457B-9769-0504F2CCDAE3}">
      <dsp:nvSpPr>
        <dsp:cNvPr id="0" name=""/>
        <dsp:cNvSpPr/>
      </dsp:nvSpPr>
      <dsp:spPr>
        <a:xfrm>
          <a:off x="205901" y="2706136"/>
          <a:ext cx="374365" cy="3743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F79586-1BAB-44FB-A485-7B6728A369D2}">
      <dsp:nvSpPr>
        <dsp:cNvPr id="0" name=""/>
        <dsp:cNvSpPr/>
      </dsp:nvSpPr>
      <dsp:spPr>
        <a:xfrm>
          <a:off x="786167" y="2552986"/>
          <a:ext cx="6163272" cy="680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37" tIns="72037" rIns="72037" bIns="7203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Performance Metric</a:t>
          </a:r>
          <a:endParaRPr lang="en-US" sz="1600" kern="1200"/>
        </a:p>
      </dsp:txBody>
      <dsp:txXfrm>
        <a:off x="786167" y="2552986"/>
        <a:ext cx="6163272" cy="680664"/>
      </dsp:txXfrm>
    </dsp:sp>
    <dsp:sp modelId="{5B6783AB-8523-4E44-8D20-0B71F4A45900}">
      <dsp:nvSpPr>
        <dsp:cNvPr id="0" name=""/>
        <dsp:cNvSpPr/>
      </dsp:nvSpPr>
      <dsp:spPr>
        <a:xfrm>
          <a:off x="0" y="3403817"/>
          <a:ext cx="6949440" cy="6806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7F041F-6778-43CE-80BD-D1C1E050B500}">
      <dsp:nvSpPr>
        <dsp:cNvPr id="0" name=""/>
        <dsp:cNvSpPr/>
      </dsp:nvSpPr>
      <dsp:spPr>
        <a:xfrm>
          <a:off x="205901" y="3556966"/>
          <a:ext cx="374365" cy="3743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DC2A89-9E72-4AA4-89E0-F68AB04D1186}">
      <dsp:nvSpPr>
        <dsp:cNvPr id="0" name=""/>
        <dsp:cNvSpPr/>
      </dsp:nvSpPr>
      <dsp:spPr>
        <a:xfrm>
          <a:off x="786167" y="3403817"/>
          <a:ext cx="6163272" cy="680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37" tIns="72037" rIns="72037" bIns="7203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Mean Absolute Error (MAE) </a:t>
          </a:r>
        </a:p>
      </dsp:txBody>
      <dsp:txXfrm>
        <a:off x="786167" y="3403817"/>
        <a:ext cx="6163272" cy="680664"/>
      </dsp:txXfrm>
    </dsp:sp>
    <dsp:sp modelId="{94691B0D-6FD8-46CE-A663-651495296969}">
      <dsp:nvSpPr>
        <dsp:cNvPr id="0" name=""/>
        <dsp:cNvSpPr/>
      </dsp:nvSpPr>
      <dsp:spPr>
        <a:xfrm>
          <a:off x="0" y="4254648"/>
          <a:ext cx="6949440" cy="6806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2DBE7A-1B24-4BDA-8BA4-7010637BA163}">
      <dsp:nvSpPr>
        <dsp:cNvPr id="0" name=""/>
        <dsp:cNvSpPr/>
      </dsp:nvSpPr>
      <dsp:spPr>
        <a:xfrm>
          <a:off x="205901" y="4407797"/>
          <a:ext cx="374365" cy="3743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7CAE10-DF88-44EF-BCB2-D520248E277D}">
      <dsp:nvSpPr>
        <dsp:cNvPr id="0" name=""/>
        <dsp:cNvSpPr/>
      </dsp:nvSpPr>
      <dsp:spPr>
        <a:xfrm>
          <a:off x="786167" y="4254648"/>
          <a:ext cx="6163272" cy="680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37" tIns="72037" rIns="72037" bIns="7203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Decision Criteria</a:t>
          </a:r>
          <a:endParaRPr lang="en-US" sz="1600" kern="1200"/>
        </a:p>
      </dsp:txBody>
      <dsp:txXfrm>
        <a:off x="786167" y="4254648"/>
        <a:ext cx="6163272" cy="680664"/>
      </dsp:txXfrm>
    </dsp:sp>
    <dsp:sp modelId="{269482E8-388E-4C61-83F3-B5BB68A84CD8}">
      <dsp:nvSpPr>
        <dsp:cNvPr id="0" name=""/>
        <dsp:cNvSpPr/>
      </dsp:nvSpPr>
      <dsp:spPr>
        <a:xfrm>
          <a:off x="0" y="5105478"/>
          <a:ext cx="6949440" cy="6806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E42B4E-420A-417D-B1FD-6943972838E7}">
      <dsp:nvSpPr>
        <dsp:cNvPr id="0" name=""/>
        <dsp:cNvSpPr/>
      </dsp:nvSpPr>
      <dsp:spPr>
        <a:xfrm>
          <a:off x="205901" y="5258628"/>
          <a:ext cx="374365" cy="3743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86AEE4-D1B5-4E96-807F-9FE6DAA500AB}">
      <dsp:nvSpPr>
        <dsp:cNvPr id="0" name=""/>
        <dsp:cNvSpPr/>
      </dsp:nvSpPr>
      <dsp:spPr>
        <a:xfrm>
          <a:off x="786167" y="5105478"/>
          <a:ext cx="3127248" cy="680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37" tIns="72037" rIns="72037" bIns="7203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Improvement must be: </a:t>
          </a:r>
        </a:p>
      </dsp:txBody>
      <dsp:txXfrm>
        <a:off x="786167" y="5105478"/>
        <a:ext cx="3127248" cy="680664"/>
      </dsp:txXfrm>
    </dsp:sp>
    <dsp:sp modelId="{BC7F9FA9-75D0-4179-91CB-F18534EA3E8A}">
      <dsp:nvSpPr>
        <dsp:cNvPr id="0" name=""/>
        <dsp:cNvSpPr/>
      </dsp:nvSpPr>
      <dsp:spPr>
        <a:xfrm>
          <a:off x="3913415" y="5105478"/>
          <a:ext cx="3036024" cy="680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37" tIns="72037" rIns="72037" bIns="7203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Meaningful in magnitude</a:t>
          </a:r>
          <a:r>
            <a:rPr lang="en-US" sz="1600" kern="1200"/>
            <a:t>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Reliable (low uncertainty)</a:t>
          </a:r>
          <a:endParaRPr lang="en-US" sz="1600" kern="1200"/>
        </a:p>
      </dsp:txBody>
      <dsp:txXfrm>
        <a:off x="3913415" y="5105478"/>
        <a:ext cx="3036024" cy="6806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704050-8C32-474D-83A1-2879C58176E5}">
      <dsp:nvSpPr>
        <dsp:cNvPr id="0" name=""/>
        <dsp:cNvSpPr/>
      </dsp:nvSpPr>
      <dsp:spPr>
        <a:xfrm>
          <a:off x="0" y="125312"/>
          <a:ext cx="6949440" cy="39926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1. Compare Model Performance</a:t>
          </a:r>
          <a:endParaRPr lang="en-US" sz="1000" kern="1200"/>
        </a:p>
      </dsp:txBody>
      <dsp:txXfrm>
        <a:off x="19490" y="144802"/>
        <a:ext cx="6910460" cy="360282"/>
      </dsp:txXfrm>
    </dsp:sp>
    <dsp:sp modelId="{7D2AA975-D6E4-414E-82EF-B9DC7B260C25}">
      <dsp:nvSpPr>
        <dsp:cNvPr id="0" name=""/>
        <dsp:cNvSpPr/>
      </dsp:nvSpPr>
      <dsp:spPr>
        <a:xfrm>
          <a:off x="0" y="553375"/>
          <a:ext cx="6949440" cy="399262"/>
        </a:xfrm>
        <a:prstGeom prst="roundRect">
          <a:avLst/>
        </a:prstGeom>
        <a:solidFill>
          <a:schemeClr val="accent5">
            <a:hueOff val="-1012679"/>
            <a:satOff val="-69"/>
            <a:lumOff val="16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Compute MAE for Model A and Model B </a:t>
          </a:r>
        </a:p>
      </dsp:txBody>
      <dsp:txXfrm>
        <a:off x="19490" y="572865"/>
        <a:ext cx="6910460" cy="360282"/>
      </dsp:txXfrm>
    </dsp:sp>
    <dsp:sp modelId="{1A7F57A1-E7AF-4278-8BFF-0D8F487705F4}">
      <dsp:nvSpPr>
        <dsp:cNvPr id="0" name=""/>
        <dsp:cNvSpPr/>
      </dsp:nvSpPr>
      <dsp:spPr>
        <a:xfrm>
          <a:off x="0" y="981437"/>
          <a:ext cx="6949440" cy="399262"/>
        </a:xfrm>
        <a:prstGeom prst="roundRect">
          <a:avLst/>
        </a:prstGeom>
        <a:solidFill>
          <a:schemeClr val="accent5">
            <a:hueOff val="-2025358"/>
            <a:satOff val="-138"/>
            <a:lumOff val="32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Evaluate improvement (Model B vs Model A) </a:t>
          </a:r>
          <a:br>
            <a:rPr lang="en-US" sz="1000" kern="1200"/>
          </a:br>
          <a:endParaRPr lang="en-US" sz="1000" kern="1200"/>
        </a:p>
      </dsp:txBody>
      <dsp:txXfrm>
        <a:off x="19490" y="1000927"/>
        <a:ext cx="6910460" cy="360282"/>
      </dsp:txXfrm>
    </dsp:sp>
    <dsp:sp modelId="{79CE8B1F-E93B-45DF-98B3-3519ABC6B99C}">
      <dsp:nvSpPr>
        <dsp:cNvPr id="0" name=""/>
        <dsp:cNvSpPr/>
      </dsp:nvSpPr>
      <dsp:spPr>
        <a:xfrm>
          <a:off x="0" y="1409500"/>
          <a:ext cx="6949440" cy="399262"/>
        </a:xfrm>
        <a:prstGeom prst="round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2. Quantify Improvement</a:t>
          </a:r>
          <a:endParaRPr lang="en-US" sz="1000" kern="1200"/>
        </a:p>
      </dsp:txBody>
      <dsp:txXfrm>
        <a:off x="19490" y="1428990"/>
        <a:ext cx="6910460" cy="360282"/>
      </dsp:txXfrm>
    </dsp:sp>
    <dsp:sp modelId="{30AA4D02-11AB-4754-82CA-EACC7DCF9EF2}">
      <dsp:nvSpPr>
        <dsp:cNvPr id="0" name=""/>
        <dsp:cNvSpPr/>
      </dsp:nvSpPr>
      <dsp:spPr>
        <a:xfrm>
          <a:off x="0" y="1837562"/>
          <a:ext cx="6949440" cy="399262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Calculate difference in MAE across CV folds </a:t>
          </a:r>
        </a:p>
      </dsp:txBody>
      <dsp:txXfrm>
        <a:off x="19490" y="1857052"/>
        <a:ext cx="6910460" cy="360282"/>
      </dsp:txXfrm>
    </dsp:sp>
    <dsp:sp modelId="{9601F6EE-EDBF-46FF-A5FF-D7F9195CC5BE}">
      <dsp:nvSpPr>
        <dsp:cNvPr id="0" name=""/>
        <dsp:cNvSpPr/>
      </dsp:nvSpPr>
      <dsp:spPr>
        <a:xfrm>
          <a:off x="0" y="2265625"/>
          <a:ext cx="6949440" cy="399262"/>
        </a:xfrm>
        <a:prstGeom prst="roundRect">
          <a:avLst/>
        </a:prstGeom>
        <a:solidFill>
          <a:schemeClr val="accent5">
            <a:hueOff val="-5063395"/>
            <a:satOff val="-344"/>
            <a:lumOff val="81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Assess average performance gain </a:t>
          </a:r>
          <a:br>
            <a:rPr lang="en-US" sz="1000" kern="1200"/>
          </a:br>
          <a:endParaRPr lang="en-US" sz="1000" kern="1200"/>
        </a:p>
      </dsp:txBody>
      <dsp:txXfrm>
        <a:off x="19490" y="2285115"/>
        <a:ext cx="6910460" cy="360282"/>
      </dsp:txXfrm>
    </dsp:sp>
    <dsp:sp modelId="{1077EA8B-6588-49E9-AD2C-E5DAF4A4C4CB}">
      <dsp:nvSpPr>
        <dsp:cNvPr id="0" name=""/>
        <dsp:cNvSpPr/>
      </dsp:nvSpPr>
      <dsp:spPr>
        <a:xfrm>
          <a:off x="0" y="2693687"/>
          <a:ext cx="6949440" cy="399262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3. Assess Uncertainty</a:t>
          </a:r>
          <a:endParaRPr lang="en-US" sz="1000" kern="1200"/>
        </a:p>
      </dsp:txBody>
      <dsp:txXfrm>
        <a:off x="19490" y="2713177"/>
        <a:ext cx="6910460" cy="360282"/>
      </dsp:txXfrm>
    </dsp:sp>
    <dsp:sp modelId="{3A38FEEB-C064-44DC-8249-B39C609281CB}">
      <dsp:nvSpPr>
        <dsp:cNvPr id="0" name=""/>
        <dsp:cNvSpPr/>
      </dsp:nvSpPr>
      <dsp:spPr>
        <a:xfrm>
          <a:off x="0" y="3121750"/>
          <a:ext cx="6949440" cy="399262"/>
        </a:xfrm>
        <a:prstGeom prst="roundRect">
          <a:avLst/>
        </a:prstGeom>
        <a:solidFill>
          <a:schemeClr val="accent5">
            <a:hueOff val="-7088754"/>
            <a:satOff val="-482"/>
            <a:lumOff val="11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Measure variability across folds </a:t>
          </a:r>
        </a:p>
      </dsp:txBody>
      <dsp:txXfrm>
        <a:off x="19490" y="3141240"/>
        <a:ext cx="6910460" cy="360282"/>
      </dsp:txXfrm>
    </dsp:sp>
    <dsp:sp modelId="{F5865573-0B22-480C-AA51-CD36881B173F}">
      <dsp:nvSpPr>
        <dsp:cNvPr id="0" name=""/>
        <dsp:cNvSpPr/>
      </dsp:nvSpPr>
      <dsp:spPr>
        <a:xfrm>
          <a:off x="0" y="3549812"/>
          <a:ext cx="6949440" cy="399262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Estimate confidence in improvement </a:t>
          </a:r>
          <a:br>
            <a:rPr lang="en-US" sz="1000" kern="1200"/>
          </a:br>
          <a:endParaRPr lang="en-US" sz="1000" kern="1200"/>
        </a:p>
      </dsp:txBody>
      <dsp:txXfrm>
        <a:off x="19490" y="3569302"/>
        <a:ext cx="6910460" cy="360282"/>
      </dsp:txXfrm>
    </dsp:sp>
    <dsp:sp modelId="{2442F7A9-328D-45D7-ABB3-0CF91B52BDFE}">
      <dsp:nvSpPr>
        <dsp:cNvPr id="0" name=""/>
        <dsp:cNvSpPr/>
      </dsp:nvSpPr>
      <dsp:spPr>
        <a:xfrm>
          <a:off x="0" y="3977875"/>
          <a:ext cx="6949440" cy="399262"/>
        </a:xfrm>
        <a:prstGeom prst="round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4. Make Recommendation</a:t>
          </a:r>
          <a:endParaRPr lang="en-US" sz="1000" kern="1200"/>
        </a:p>
      </dsp:txBody>
      <dsp:txXfrm>
        <a:off x="19490" y="3997365"/>
        <a:ext cx="6910460" cy="360282"/>
      </dsp:txXfrm>
    </dsp:sp>
    <dsp:sp modelId="{720CC190-FB3B-48E9-A168-415C4EF4DE1F}">
      <dsp:nvSpPr>
        <dsp:cNvPr id="0" name=""/>
        <dsp:cNvSpPr/>
      </dsp:nvSpPr>
      <dsp:spPr>
        <a:xfrm>
          <a:off x="0" y="4405937"/>
          <a:ext cx="6949440" cy="399262"/>
        </a:xfrm>
        <a:prstGeom prst="roundRect">
          <a:avLst/>
        </a:prstGeom>
        <a:solidFill>
          <a:schemeClr val="accent5">
            <a:hueOff val="-10126791"/>
            <a:satOff val="-688"/>
            <a:lumOff val="163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Is improvement meaningful? </a:t>
          </a:r>
        </a:p>
      </dsp:txBody>
      <dsp:txXfrm>
        <a:off x="19490" y="4425427"/>
        <a:ext cx="6910460" cy="360282"/>
      </dsp:txXfrm>
    </dsp:sp>
    <dsp:sp modelId="{3846D4DE-70E3-4CDF-B668-518B4F81D605}">
      <dsp:nvSpPr>
        <dsp:cNvPr id="0" name=""/>
        <dsp:cNvSpPr/>
      </dsp:nvSpPr>
      <dsp:spPr>
        <a:xfrm>
          <a:off x="0" y="4834000"/>
          <a:ext cx="6949440" cy="399262"/>
        </a:xfrm>
        <a:prstGeom prst="roundRect">
          <a:avLst/>
        </a:prstGeom>
        <a:solidFill>
          <a:schemeClr val="accent5">
            <a:hueOff val="-11139471"/>
            <a:satOff val="-757"/>
            <a:lumOff val="179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Is it reliable? </a:t>
          </a:r>
        </a:p>
      </dsp:txBody>
      <dsp:txXfrm>
        <a:off x="19490" y="4853490"/>
        <a:ext cx="6910460" cy="360282"/>
      </dsp:txXfrm>
    </dsp:sp>
    <dsp:sp modelId="{C5F25682-3178-4D4E-A118-B6429DA023EC}">
      <dsp:nvSpPr>
        <dsp:cNvPr id="0" name=""/>
        <dsp:cNvSpPr/>
      </dsp:nvSpPr>
      <dsp:spPr>
        <a:xfrm>
          <a:off x="0" y="5262062"/>
          <a:ext cx="6949440" cy="399262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Recommend whether to adopt Model B</a:t>
          </a:r>
        </a:p>
      </dsp:txBody>
      <dsp:txXfrm>
        <a:off x="19490" y="5281552"/>
        <a:ext cx="6910460" cy="3602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A44255-9740-4ADC-A763-13497786739A}">
      <dsp:nvSpPr>
        <dsp:cNvPr id="0" name=""/>
        <dsp:cNvSpPr/>
      </dsp:nvSpPr>
      <dsp:spPr>
        <a:xfrm>
          <a:off x="0" y="52064"/>
          <a:ext cx="5237577" cy="1286634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Both models tend to </a:t>
          </a:r>
          <a:r>
            <a:rPr lang="en-US" sz="2300" b="1" i="0" kern="1200" baseline="0"/>
            <a:t>underpredict higher-cost claims</a:t>
          </a:r>
          <a:r>
            <a:rPr lang="en-US" sz="2300" b="0" i="0" kern="1200" baseline="0"/>
            <a:t> </a:t>
          </a:r>
          <a:endParaRPr lang="en-US" sz="2300" kern="1200"/>
        </a:p>
      </dsp:txBody>
      <dsp:txXfrm>
        <a:off x="62808" y="114872"/>
        <a:ext cx="5111961" cy="1161018"/>
      </dsp:txXfrm>
    </dsp:sp>
    <dsp:sp modelId="{60230355-A4D4-460B-B6C0-B3C5FEB99489}">
      <dsp:nvSpPr>
        <dsp:cNvPr id="0" name=""/>
        <dsp:cNvSpPr/>
      </dsp:nvSpPr>
      <dsp:spPr>
        <a:xfrm>
          <a:off x="0" y="1404938"/>
          <a:ext cx="5237577" cy="1286634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Model B shows </a:t>
          </a:r>
          <a:r>
            <a:rPr lang="en-US" sz="2300" b="1" i="0" kern="1200" baseline="0"/>
            <a:t>tighter alignment with actual values</a:t>
          </a:r>
          <a:r>
            <a:rPr lang="en-US" sz="2300" b="0" i="0" kern="1200" baseline="0"/>
            <a:t> (lower variance) </a:t>
          </a:r>
          <a:endParaRPr lang="en-US" sz="2300" kern="1200"/>
        </a:p>
      </dsp:txBody>
      <dsp:txXfrm>
        <a:off x="62808" y="1467746"/>
        <a:ext cx="5111961" cy="1161018"/>
      </dsp:txXfrm>
    </dsp:sp>
    <dsp:sp modelId="{713F4512-FDCF-48D9-8A0C-43DA89023F74}">
      <dsp:nvSpPr>
        <dsp:cNvPr id="0" name=""/>
        <dsp:cNvSpPr/>
      </dsp:nvSpPr>
      <dsp:spPr>
        <a:xfrm>
          <a:off x="0" y="2757813"/>
          <a:ext cx="5237577" cy="1286634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A noticeable proportion of predictions are </a:t>
          </a:r>
          <a:r>
            <a:rPr lang="en-US" sz="2300" b="1" i="0" kern="1200" baseline="0"/>
            <a:t>zero</a:t>
          </a:r>
          <a:r>
            <a:rPr lang="en-US" sz="2300" b="0" i="0" kern="1200" baseline="0"/>
            <a:t>, contributing to underestimation </a:t>
          </a:r>
          <a:endParaRPr lang="en-US" sz="2300" kern="1200"/>
        </a:p>
      </dsp:txBody>
      <dsp:txXfrm>
        <a:off x="62808" y="2820621"/>
        <a:ext cx="5111961" cy="11610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C98CEF-1CF8-4DEE-8016-936B752F05B6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3846D2-42F8-4339-A04B-99B85471A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742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“Hi, I’m Helen. In this project, I evaluate whether we should replace our current claim severity model with a new machine learning model.</a:t>
            </a:r>
          </a:p>
          <a:p>
            <a:r>
              <a:rPr lang="en-US"/>
              <a:t>I focus not only on whether the new model performs better, but also on how confident we are in that improvement.</a:t>
            </a:r>
          </a:p>
          <a:p>
            <a:r>
              <a:rPr lang="en-US"/>
              <a:t>The goal is to make a clear, data-driven recommendation on whether the new model should be adopted.”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3846D2-42F8-4339-A04B-99B85471A10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462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“Right now, Northbrook Mutual is using Model A, a linear regression model, to predict claim costs.</a:t>
            </a:r>
          </a:p>
          <a:p>
            <a:r>
              <a:rPr lang="en-US"/>
              <a:t>There’s a proposed replacement, Model B, which is a gradient boosting model.</a:t>
            </a:r>
          </a:p>
          <a:p>
            <a:r>
              <a:rPr lang="en-US"/>
              <a:t>Because these predictions directly affect pricing and profitability, it’s important to know whether the new model truly performs better.</a:t>
            </a:r>
          </a:p>
          <a:p>
            <a:r>
              <a:rPr lang="en-US"/>
              <a:t>So the goal here is to evaluate whether Model B provides enough improvement to justify an upgrade.”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3846D2-42F8-4339-A04B-99B85471A10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0162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/>
              <a:t>“To evaluate the models, I followed a structured framework.</a:t>
            </a:r>
          </a:p>
          <a:p>
            <a:r>
              <a:rPr lang="en-US"/>
              <a:t>I analyzed both personal auto and commercial property claims, using MAE as the performance metric.</a:t>
            </a:r>
          </a:p>
          <a:p>
            <a:r>
              <a:rPr lang="en-US"/>
              <a:t>And the decision ultimately depends on whether the improvement is both meaningful and reliable.”</a:t>
            </a:r>
          </a:p>
          <a:p>
            <a:endParaRPr lang="en-US"/>
          </a:p>
          <a:p>
            <a:r>
              <a:rPr lang="en-US"/>
              <a:t>“To evaluate the models, I followed a structured framework.</a:t>
            </a:r>
          </a:p>
          <a:p>
            <a:r>
              <a:rPr lang="en-US"/>
              <a:t>I looked at two product lines: personal auto and commercial property claims.</a:t>
            </a:r>
          </a:p>
          <a:p>
            <a:r>
              <a:rPr lang="en-US"/>
              <a:t>I used Mean Absolute Error as the performance metric to measure prediction accuracy.</a:t>
            </a:r>
          </a:p>
          <a:p>
            <a:r>
              <a:rPr lang="en-US"/>
              <a:t>And most importantly, the decision is based on whether the improvement is both meaningful in size and reliable, meaning we’re confident it’s not just noise.”</a:t>
            </a:r>
          </a:p>
          <a:p>
            <a:endParaRPr lang="en-US"/>
          </a:p>
          <a:p>
            <a:r>
              <a:rPr lang="en-US"/>
              <a:t>“MAE provides a balanced view of prediction accuracy without being overly influenced by rare, extreme claims”</a:t>
            </a:r>
          </a:p>
          <a:p>
            <a:endParaRPr lang="en-US"/>
          </a:p>
          <a:p>
            <a:r>
              <a:rPr lang="en-US" b="1"/>
              <a:t>🧠 One deeper insight (this is next-level understanding)</a:t>
            </a:r>
          </a:p>
          <a:p>
            <a:r>
              <a:rPr lang="en-US"/>
              <a:t>MAE → aligns with </a:t>
            </a:r>
            <a:r>
              <a:rPr lang="en-US" b="1"/>
              <a:t>median-type behavior</a:t>
            </a:r>
            <a:r>
              <a:rPr lang="en-US"/>
              <a:t> </a:t>
            </a:r>
          </a:p>
          <a:p>
            <a:r>
              <a:rPr lang="en-US"/>
              <a:t>MSE → aligns with </a:t>
            </a:r>
            <a:r>
              <a:rPr lang="en-US" b="1"/>
              <a:t>mean-type behavior</a:t>
            </a:r>
            <a:r>
              <a:rPr lang="en-US"/>
              <a:t> </a:t>
            </a:r>
          </a:p>
          <a:p>
            <a:r>
              <a:rPr lang="en-US"/>
              <a:t>Since claim data is skewed:</a:t>
            </a:r>
            <a:br>
              <a:rPr lang="en-US"/>
            </a:br>
            <a:r>
              <a:rPr lang="en-US"/>
              <a:t>👉 MAE is often more stable and interpretable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3846D2-42F8-4339-A04B-99B85471A10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6000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“Next, I followed a four-step analytical approach.</a:t>
            </a:r>
          </a:p>
          <a:p>
            <a:r>
              <a:rPr lang="en-US"/>
              <a:t>First, I compared model performance by computing MAE for both models.</a:t>
            </a:r>
          </a:p>
          <a:p>
            <a:r>
              <a:rPr lang="en-US"/>
              <a:t>Second, I quantified the improvement by looking at the difference in MAE between Model B and Model A.</a:t>
            </a:r>
          </a:p>
          <a:p>
            <a:r>
              <a:rPr lang="en-US"/>
              <a:t>Third, I assessed uncertainty by examining how consistent that improvement is across cross-validation folds.</a:t>
            </a:r>
          </a:p>
          <a:p>
            <a:r>
              <a:rPr lang="en-US"/>
              <a:t>Finally, I used both the magnitude and reliability of the improvement to make a recommendation on whether Model B should be adopted.”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3846D2-42F8-4339-A04B-99B85471A10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9837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“I first examined model behavior before quantifying performance.</a:t>
            </a:r>
          </a:p>
          <a:p>
            <a:r>
              <a:rPr lang="en-US"/>
              <a:t>Both models tend to underpredict higher-cost claims, but Model B shows tighter alignment with actual values and lower error variability.</a:t>
            </a:r>
          </a:p>
          <a:p>
            <a:r>
              <a:rPr lang="en-US"/>
              <a:t>The residual density confirms this pattern, with Model B’s errors more concentrated around zero.</a:t>
            </a:r>
          </a:p>
          <a:p>
            <a:r>
              <a:rPr lang="en-US"/>
              <a:t>I also observe a noticeable proportion of zero predictions, which contributes to underestimation.”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3846D2-42F8-4339-A04B-99B85471A10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582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For the personal auto claims dataset, Model B reduces prediction error by approximately </a:t>
                </a:r>
                <a:r>
                  <a:rPr lang="en-US" b="1" dirty="0"/>
                  <a:t>$1,085 per claim</a:t>
                </a:r>
                <a:r>
                  <a:rPr lang="en-US" dirty="0"/>
                  <a:t>. While some variability exists across folds, the improvement is observed in most cases (7 out of 10 folds). Importantly, the confidence interval lies entirely below zero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</m:e>
                      <m:e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e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038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132</m:t>
                        </m:r>
                      </m:e>
                    </m:d>
                  </m:oMath>
                </a14:m>
                <a:r>
                  <a:rPr lang="ar-AE" dirty="0"/>
                  <a:t>, </a:t>
                </a:r>
                <a:r>
                  <a:rPr lang="en-US" dirty="0"/>
                  <a:t>indicating that the improvement is </a:t>
                </a:r>
                <a:r>
                  <a:rPr lang="en-US" b="1" dirty="0"/>
                  <a:t>statistically reliable</a:t>
                </a:r>
                <a:r>
                  <a:rPr lang="en-US" dirty="0"/>
                  <a:t>. Even in the worst-case scenario, Model B still outperforms Model A, supporting a confident recommendation for adoption.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For the personal auto claims dataset, Model B reduces prediction error by approximately </a:t>
                </a:r>
                <a:r>
                  <a:rPr lang="en-US" b="1" dirty="0"/>
                  <a:t>$1,085 per claim</a:t>
                </a:r>
                <a:r>
                  <a:rPr lang="en-US" dirty="0"/>
                  <a:t>. While some variability exists across folds, the improvement is observed in most cases (7 out of 10 folds). Importantly, the confidence interval lies entirely below zero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[−ⓜ,2ⓜ,038−132]</a:t>
                </a:r>
                <a:r>
                  <a:rPr lang="ar-AE" dirty="0"/>
                  <a:t>, </a:t>
                </a:r>
                <a:r>
                  <a:rPr lang="en-US" dirty="0"/>
                  <a:t>indicating that the improvement is </a:t>
                </a:r>
                <a:r>
                  <a:rPr lang="en-US" b="1" dirty="0"/>
                  <a:t>statistically reliable</a:t>
                </a:r>
                <a:r>
                  <a:rPr lang="en-US" dirty="0"/>
                  <a:t>. Even in the worst-case scenario, Model B still outperforms Model A, supporting a confident recommendation for adoption.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3846D2-42F8-4339-A04B-99B85471A10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3329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3846D2-42F8-4339-A04B-99B85471A10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3980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“Both models tend to underpredict high-cost claims. Model B shows a tighter fit and more stable predictions overall. However, large claims remain difficult to predict, highlighting the challenging nature of this dataset.” </a:t>
            </a:r>
          </a:p>
          <a:p>
            <a:r>
              <a:rPr lang="en-US" dirty="0"/>
              <a:t>“Model B has a higher peak around zero, indicating that a larger proportion of predictions have small errors.”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3846D2-42F8-4339-A04B-99B85471A10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1494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On the commercial property dataset, Model B shows a larger average reduction in error of approximately </a:t>
                </a:r>
                <a:r>
                  <a:rPr lang="en-US" b="1" dirty="0"/>
                  <a:t>$1,600 per claim</a:t>
                </a:r>
                <a:r>
                  <a:rPr lang="en-US" dirty="0"/>
                  <a:t>. However, performance is less consistent across folds (6 out of 10), and the confidence interval crosses zero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</m:e>
                      <m:e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e>
                      <m:e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442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244</m:t>
                        </m:r>
                      </m:e>
                    </m:d>
                  </m:oMath>
                </a14:m>
                <a:r>
                  <a:rPr lang="ar-AE" dirty="0"/>
                  <a:t>, </a:t>
                </a:r>
                <a:r>
                  <a:rPr lang="en-US" dirty="0"/>
                  <a:t>indicating that the improvement is </a:t>
                </a:r>
                <a:r>
                  <a:rPr lang="en-US" b="1" dirty="0"/>
                  <a:t>not statistically reliable</a:t>
                </a:r>
                <a:r>
                  <a:rPr lang="en-US" dirty="0"/>
                  <a:t>. As a result, we cannot confidently conclude that Model B consistently outperforms Model A in this setting.</a:t>
                </a:r>
                <a:endParaRPr lang="en-US" b="1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On the commercial property dataset, Model B shows a larger average reduction in error of approximately </a:t>
                </a:r>
                <a:r>
                  <a:rPr lang="en-US" b="1" dirty="0"/>
                  <a:t>$1,600 per claim</a:t>
                </a:r>
                <a:r>
                  <a:rPr lang="en-US" dirty="0"/>
                  <a:t>. However, performance is less consistent across folds (6 out of 10), and the confidence interval crosses zero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[−ⓜ,3ⓜ,442+244]</a:t>
                </a:r>
                <a:r>
                  <a:rPr lang="ar-AE" dirty="0"/>
                  <a:t>, </a:t>
                </a:r>
                <a:r>
                  <a:rPr lang="en-US" dirty="0"/>
                  <a:t>indicating that the improvement is </a:t>
                </a:r>
                <a:r>
                  <a:rPr lang="en-US" b="1" dirty="0"/>
                  <a:t>not statistically reliable</a:t>
                </a:r>
                <a:r>
                  <a:rPr lang="en-US" dirty="0"/>
                  <a:t>. As a result, we cannot confidently conclude that Model B consistently outperforms Model A in this setting.</a:t>
                </a:r>
                <a:endParaRPr lang="en-US" b="1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3846D2-42F8-4339-A04B-99B85471A10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3904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results indicate that model performance varies by line of business and should be evaluated separately. We recommend adopting Model B for personal auto claims, where it delivers consistent and reliable improvement. For commercial property, we recommend holding off on replacement due to uncertainty in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3846D2-42F8-4339-A04B-99B85471A10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044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68024-8940-5A78-77FD-AF5CC27474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24E8CB-7871-5680-E720-7788FE554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1A376-6A8A-AA9C-9565-AA3F617A0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5A680-03CE-F55D-1F1E-4ADF7499D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F616D-48C3-C8FE-18B3-BA2C329D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041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CE68F-AD0E-50C8-56B5-0D693500F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B84AB-1091-C9DA-E9C2-9C894E411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52759-CF40-A109-2FF2-640DB5873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B9EB2-ABC1-D17A-DBA4-9B17D8F94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62482-1302-052A-262C-594928E8B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147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248E8-F386-BDEF-4FD7-5C43BB811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F0C675-C2BE-673F-FB35-EDF7716ED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ADDDD-2CC5-6721-6892-1FCF155C9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5DA1D-849D-92B7-FC07-9E50E3209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01E13-3002-BBB1-AB09-A4AAD33D4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561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4F5E2-F4AD-7A06-2A0C-C1755FD23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26E0-D7DC-9454-D493-A1CFAB3C9A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EA5387-70DE-4FC8-600D-9E7E627D57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6E6A1D-A41C-580B-8F8F-7412BCBDD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9CCD40-45AD-FF97-32A5-0AA3AB745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6F490E-122B-FDD0-32FD-22B70C59D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411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EC329-1C81-ADFB-4FC8-1839B2214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9C350-1FE8-34CB-0140-A1F3F2B4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BE8CDC-6A4D-99D1-6A67-37572A1FB7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B43926-2ED4-4A2A-2A66-B4C805B8FF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0252A8-447F-7A8B-1C64-0673DA1E79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7EE6AA-CDE6-617D-7C3D-74CA11F66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D1B9A9-D75E-4D6E-EC10-D7E9E100E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BB8A31-BD10-B768-6EC2-72619E5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920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1B85F-A362-BDF9-F3F4-D1A102513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88411D-5384-2EDE-C212-D2DA7A69E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AEE31F-05B3-8AC3-9975-5A1F2A79C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318F15-6DC1-DB10-6828-B9FCB8C13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345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1EC398-589F-29C4-8CA8-3C0739AD2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A56A76-EC4B-E88D-38D4-5EB4A0DCF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1EFDA-4165-B4F1-2525-982F553C1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746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6A05E-BDD7-1E47-7192-2C77496CF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81482-C8E0-AB12-0F00-4F5D9C690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58B6B8-C2EA-E24F-DE35-9FF0F92EE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1B992A-BF1B-31A9-1819-8ACE51DD6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9ED1F-6318-0608-98C9-BB80FEFBC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C06283-C197-E30C-E12F-67272F82D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988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D3023-7CD5-1A95-BB4D-53C4BB645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5003BE-8C39-F044-9A77-D5542C9F51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50DBF5-7C0F-F94E-F206-94AB13A53D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7AE33-2EF3-90A1-92A1-3134ADDD7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629540-3B45-0917-2BAD-34BA9DA39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DD28A-FAA5-187D-E7D0-7F9C2A2CD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41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661BE-286E-EFCB-1AEC-074AD6302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610052-2CC6-A2B6-DEB2-1E1EFE63D0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A7402-830B-85C7-073A-87EBD3A33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4DE07-CB08-664F-E182-7078C1C06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12422-C7AA-F2B8-420F-41A937870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881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D27BE9-1242-F76D-9393-0694546067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D45AB8-ABCA-F08C-1FD9-72B051609B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F532F-D674-1286-602D-4E0A16C20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741B3-E590-B2B7-8641-4019430AE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3BAEE-5D57-C262-A143-6B5E229EC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853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07385B-080E-B027-D0DC-046DB3A48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6EF97-1A69-4D68-53C7-18D00AE2D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BBEBC-2125-E81B-77C7-4972D13248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EE93C-EB34-2F34-C363-E6053C4560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31163-0D41-5249-26DF-66439AAA9D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027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unlit desk">
            <a:extLst>
              <a:ext uri="{FF2B5EF4-FFF2-40B4-BE49-F238E27FC236}">
                <a16:creationId xmlns:a16="http://schemas.microsoft.com/office/drawing/2014/main" id="{29CF9FE2-31FB-C8A7-D1C0-AC9F98065D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22" b="1360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33AFB1-B11B-C982-6D3A-37FDD7279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35" y="1424475"/>
            <a:ext cx="3424383" cy="25434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/>
              <a:t>Should We Upgrade Our Claim Severity Model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34CCE7-7F0D-67F3-111B-C84C470BB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035" y="4007796"/>
            <a:ext cx="3424382" cy="20000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1800" dirty="0"/>
              <a:t>A Data-Driven Evaluation of Model Performance and Uncertainty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BB9CF5-1733-5E54-B16E-9CCA3BBC72A0}"/>
              </a:ext>
            </a:extLst>
          </p:cNvPr>
          <p:cNvSpPr txBox="1"/>
          <p:nvPr/>
        </p:nvSpPr>
        <p:spPr>
          <a:xfrm>
            <a:off x="5190723" y="1495870"/>
            <a:ext cx="61772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Presented by</a:t>
            </a:r>
            <a:br>
              <a:rPr lang="en-US" dirty="0"/>
            </a:br>
            <a:r>
              <a:rPr lang="en-US" dirty="0"/>
              <a:t>Helen Corbat</a:t>
            </a:r>
            <a:br>
              <a:rPr lang="en-US" dirty="0"/>
            </a:br>
            <a:r>
              <a:rPr lang="en-US" dirty="0"/>
              <a:t>M.S. Data Science — University of Virginia</a:t>
            </a:r>
            <a:br>
              <a:rPr lang="en-US" dirty="0"/>
            </a:br>
            <a:r>
              <a:rPr lang="en-US" dirty="0"/>
              <a:t>B.S. Chemical Engineering — Purdue University</a:t>
            </a:r>
          </a:p>
        </p:txBody>
      </p:sp>
    </p:spTree>
    <p:extLst>
      <p:ext uri="{BB962C8B-B14F-4D97-AF65-F5344CB8AC3E}">
        <p14:creationId xmlns:p14="http://schemas.microsoft.com/office/powerpoint/2010/main" val="2969629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24A08-6BB6-CEC5-13BE-882F72E07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70420" y="1387927"/>
            <a:ext cx="3212502" cy="194277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Business Problem – Claim Severity Model Upgrade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08885E-3C7A-DA11-AA42-8CC9B7A99E9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270420" y="3412998"/>
            <a:ext cx="3212502" cy="27673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algn="l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-228600" algn="l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</a:rPr>
              <a:t>Northbrook Mutual currently uses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</a:rPr>
              <a:t>Model A (regularized linear regression)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</a:rPr>
              <a:t> to predict claim costs </a:t>
            </a:r>
          </a:p>
          <a:p>
            <a:pPr marL="0" marR="0" lvl="0" indent="-228600" algn="l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</a:rPr>
              <a:t>A new model,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</a:rPr>
              <a:t>Model B (gradient boosting)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</a:rPr>
              <a:t>, is proposed as a replacement </a:t>
            </a:r>
          </a:p>
          <a:p>
            <a:pPr marL="0" marR="0" lvl="0" indent="-228600" algn="l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</a:rPr>
              <a:t>Accurate claim cost prediction is critical for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</a:rPr>
              <a:t>pricing and profitability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3BD389-B6AC-F84B-7809-8AE145CB32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385" r="23327" b="2"/>
          <a:stretch>
            <a:fillRect/>
          </a:stretch>
        </p:blipFill>
        <p:spPr>
          <a:xfrm>
            <a:off x="20" y="10"/>
            <a:ext cx="772339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40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B9936-C13A-278A-ABA9-95D103B56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Evaluation Framework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E35E36A3-9A8D-4812-1842-64BB89D652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5931758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12061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B471E-C2AA-A66F-D5A5-1BDCA7FD3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Analytical Approach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CD9EFE26-2E7E-A794-09E7-8F2708A712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4193794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16127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D6885A-69A1-DCB2-29AD-8F75EC9C2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430" y="583345"/>
            <a:ext cx="7160357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6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 Performance Evaluation Using Personal Auto Claim Dataset</a:t>
            </a:r>
          </a:p>
        </p:txBody>
      </p:sp>
      <p:sp>
        <p:nvSpPr>
          <p:cNvPr id="32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3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7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8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96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984C9-6790-61CC-E7DD-FE619CC66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59" y="603504"/>
            <a:ext cx="5237576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Model Behavior &amp; Diagnostic Insights </a:t>
            </a:r>
          </a:p>
        </p:txBody>
      </p:sp>
      <p:graphicFrame>
        <p:nvGraphicFramePr>
          <p:cNvPr id="33" name="Rectangle 1">
            <a:extLst>
              <a:ext uri="{FF2B5EF4-FFF2-40B4-BE49-F238E27FC236}">
                <a16:creationId xmlns:a16="http://schemas.microsoft.com/office/drawing/2014/main" id="{6E40D719-78C0-7953-6C48-D1E3BFF708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8069970"/>
              </p:ext>
            </p:extLst>
          </p:nvPr>
        </p:nvGraphicFramePr>
        <p:xfrm>
          <a:off x="619758" y="2212848"/>
          <a:ext cx="5237577" cy="4096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6971026-1541-2ECF-1BBD-85B9E6FA1A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4858" y="419362"/>
            <a:ext cx="4688324" cy="28950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C759DE-EE22-5601-A831-C86F18385E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4858" y="3542235"/>
            <a:ext cx="4690533" cy="289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775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C077C9-4619-4495-47DB-9280738CE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12489"/>
            <a:ext cx="2871095" cy="21566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 B Delivers Meaningful and Consistent Improvement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67FEDC-2BE3-5D4D-AA13-68666908CD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21332" y="314331"/>
            <a:ext cx="2926080" cy="436384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r>
              <a:rPr lang="en-US" sz="1600" b="1" dirty="0"/>
              <a:t>🔹 Key Findings</a:t>
            </a:r>
          </a:p>
          <a:p>
            <a:r>
              <a:rPr lang="en-US" sz="1400" dirty="0"/>
              <a:t>Model B reduces MAE by </a:t>
            </a:r>
            <a:r>
              <a:rPr lang="en-US" sz="1400" b="1" dirty="0"/>
              <a:t>~$1,085 per claim</a:t>
            </a:r>
            <a:r>
              <a:rPr lang="en-US" sz="1400" dirty="0"/>
              <a:t> </a:t>
            </a:r>
          </a:p>
          <a:p>
            <a:r>
              <a:rPr lang="en-US" sz="1400" dirty="0"/>
              <a:t>Improvement observed in </a:t>
            </a:r>
            <a:r>
              <a:rPr lang="en-US" sz="1400" b="1" dirty="0"/>
              <a:t>7 out of 10 folds</a:t>
            </a:r>
            <a:r>
              <a:rPr lang="en-US" sz="1400" dirty="0"/>
              <a:t> </a:t>
            </a:r>
          </a:p>
          <a:p>
            <a:r>
              <a:rPr lang="en-US" sz="1400" dirty="0"/>
              <a:t>Some variability exists across folds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BB76D0-FB81-89BC-5AE5-879A5A32534F}"/>
              </a:ext>
            </a:extLst>
          </p:cNvPr>
          <p:cNvSpPr txBox="1"/>
          <p:nvPr/>
        </p:nvSpPr>
        <p:spPr>
          <a:xfrm>
            <a:off x="7770670" y="177800"/>
            <a:ext cx="3125930" cy="2624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 b="1" dirty="0"/>
              <a:t>🔹 Confidence Assessment</a:t>
            </a:r>
          </a:p>
          <a:p>
            <a:r>
              <a:rPr lang="en-US" sz="1400" dirty="0"/>
              <a:t>Confidence interval: </a:t>
            </a:r>
            <a:r>
              <a:rPr lang="en-US" sz="1400" b="1" dirty="0"/>
              <a:t>[-$2,038, -$132]</a:t>
            </a:r>
            <a:r>
              <a:rPr lang="en-US" sz="1400" dirty="0"/>
              <a:t> </a:t>
            </a:r>
          </a:p>
          <a:p>
            <a:r>
              <a:rPr lang="en-US" sz="1400" dirty="0"/>
              <a:t>Entire interval below zero</a:t>
            </a:r>
            <a:br>
              <a:rPr lang="en-US" sz="1400" dirty="0"/>
            </a:br>
            <a:r>
              <a:rPr lang="en-US" sz="1400" dirty="0"/>
              <a:t>→ Improvement is </a:t>
            </a:r>
            <a:r>
              <a:rPr lang="en-US" sz="1400" b="1" dirty="0"/>
              <a:t>statistically reliable</a:t>
            </a:r>
            <a:endParaRPr 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0A9317-78F8-192D-5D27-2E1E18C71EDC}"/>
              </a:ext>
            </a:extLst>
          </p:cNvPr>
          <p:cNvSpPr txBox="1"/>
          <p:nvPr/>
        </p:nvSpPr>
        <p:spPr>
          <a:xfrm>
            <a:off x="4896274" y="2316580"/>
            <a:ext cx="649105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🔹 </a:t>
            </a:r>
            <a:r>
              <a:rPr lang="en-US" sz="1600" b="1" dirty="0"/>
              <a:t>Business Interpretation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Even in the </a:t>
            </a:r>
            <a:r>
              <a:rPr lang="en-US" sz="1400" b="1" dirty="0"/>
              <a:t>worst-case scenario</a:t>
            </a:r>
            <a:r>
              <a:rPr lang="en-US" sz="1400" dirty="0"/>
              <a:t>, Model B still improves 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Reduction in prediction error supports </a:t>
            </a:r>
            <a:r>
              <a:rPr lang="en-US" sz="1400" b="1" dirty="0"/>
              <a:t>better pricing decisions</a:t>
            </a:r>
            <a:endParaRPr lang="en-US" sz="1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3A97437-D658-B607-55B1-684941CF5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8081" y="3351774"/>
            <a:ext cx="5300319" cy="3272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84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1DACC7FC-7E96-BDB8-3FFF-9822F85566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8" r="-1" b="-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C155F-2962-C8D6-4E87-1D3770A17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>
                <a:solidFill>
                  <a:schemeClr val="bg1"/>
                </a:solidFill>
              </a:rPr>
              <a:t>Model Performance Evaluation Using Commercial Property Claim Dataset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3450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65F894-E556-E5E4-7F31-5C97D8A03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4200"/>
              <a:t>Model Behavior – Commercial Property Claims</a:t>
            </a:r>
          </a:p>
        </p:txBody>
      </p:sp>
      <p:sp>
        <p:nvSpPr>
          <p:cNvPr id="4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D7B0619-C755-7286-95E8-99948AD97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Key Takeaways</a:t>
            </a:r>
          </a:p>
          <a:p>
            <a:r>
              <a:rPr lang="en-US" sz="2200" dirty="0"/>
              <a:t>Both models </a:t>
            </a:r>
            <a:r>
              <a:rPr lang="en-US" sz="2200" b="1" dirty="0"/>
              <a:t>underpredict high-cost claims</a:t>
            </a:r>
            <a:r>
              <a:rPr lang="en-US" sz="2200" dirty="0"/>
              <a:t> </a:t>
            </a:r>
          </a:p>
          <a:p>
            <a:r>
              <a:rPr lang="en-US" sz="2200" dirty="0"/>
              <a:t>Model B shows </a:t>
            </a:r>
            <a:r>
              <a:rPr lang="en-US" sz="2200" b="1" dirty="0"/>
              <a:t>tighter fit and lower variability</a:t>
            </a:r>
            <a:r>
              <a:rPr lang="en-US" sz="2200" dirty="0"/>
              <a:t> </a:t>
            </a:r>
          </a:p>
          <a:p>
            <a:r>
              <a:rPr lang="en-US" sz="2200" dirty="0"/>
              <a:t>Errors remain </a:t>
            </a:r>
            <a:r>
              <a:rPr lang="en-US" sz="2200" b="1" dirty="0"/>
              <a:t>large for extreme claims (challenging dataset)</a:t>
            </a:r>
            <a:endParaRPr lang="en-US" sz="2200" dirty="0"/>
          </a:p>
          <a:p>
            <a:endParaRPr lang="en-US" sz="2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0118AF4-52BC-25B0-0F7D-9E2C41159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804779"/>
            <a:ext cx="4014216" cy="24787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6681883-3E2E-AB78-77B7-F233771D3C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9640" y="4079193"/>
            <a:ext cx="3524327" cy="217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283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A6FA96-72B3-F2F1-CEF7-9B08586C2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4200" b="1"/>
              <a:t>Model B Shows Improvement but with High Uncertainty</a:t>
            </a:r>
            <a:endParaRPr lang="en-US" sz="4200"/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D0451-B515-CCEE-A363-4B09AC3E6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🔹 Key Findings</a:t>
            </a:r>
          </a:p>
          <a:p>
            <a:r>
              <a:rPr lang="en-US" sz="1400" dirty="0"/>
              <a:t>Model B reduces MAE by </a:t>
            </a:r>
            <a:r>
              <a:rPr lang="en-US" sz="1400" b="1" dirty="0"/>
              <a:t>~$1,600 per claim (on average)</a:t>
            </a:r>
            <a:r>
              <a:rPr lang="en-US" sz="1400" dirty="0"/>
              <a:t> </a:t>
            </a:r>
          </a:p>
          <a:p>
            <a:r>
              <a:rPr lang="en-US" sz="1400" dirty="0"/>
              <a:t>Improvement observed in </a:t>
            </a:r>
            <a:r>
              <a:rPr lang="en-US" sz="1400" b="1" dirty="0"/>
              <a:t>6 out of 10 folds</a:t>
            </a:r>
            <a:r>
              <a:rPr lang="en-US" sz="1400" dirty="0"/>
              <a:t> </a:t>
            </a:r>
          </a:p>
          <a:p>
            <a:r>
              <a:rPr lang="en-US" sz="1400" dirty="0"/>
              <a:t>Performance varies across folds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/>
              <a:t>🔹 Confidence Assessment</a:t>
            </a:r>
          </a:p>
          <a:p>
            <a:r>
              <a:rPr lang="en-US" sz="1400" dirty="0"/>
              <a:t>Confidence interval: </a:t>
            </a:r>
            <a:r>
              <a:rPr lang="en-US" sz="1400" b="1" dirty="0"/>
              <a:t>[-$3,442, +$244] </a:t>
            </a:r>
          </a:p>
          <a:p>
            <a:r>
              <a:rPr lang="en-US" sz="1400" dirty="0"/>
              <a:t>Interval crosses zero</a:t>
            </a:r>
            <a:br>
              <a:rPr lang="en-US" sz="1400" dirty="0"/>
            </a:br>
            <a:r>
              <a:rPr lang="en-US" sz="1400" dirty="0"/>
              <a:t>→ Improvement is not statistically reliable </a:t>
            </a:r>
          </a:p>
          <a:p>
            <a:r>
              <a:rPr lang="en-US" sz="1400" b="1" dirty="0"/>
              <a:t>Business Interpretation</a:t>
            </a:r>
          </a:p>
          <a:p>
            <a:r>
              <a:rPr lang="en-US" sz="1400" dirty="0"/>
              <a:t>Model B can deliver </a:t>
            </a:r>
            <a:r>
              <a:rPr lang="en-US" sz="1400" b="1" dirty="0"/>
              <a:t>large gains</a:t>
            </a:r>
            <a:r>
              <a:rPr lang="en-US" sz="1400" dirty="0"/>
              <a:t>, but also risk of worse performance </a:t>
            </a:r>
          </a:p>
          <a:p>
            <a:r>
              <a:rPr lang="en-US" sz="1400" dirty="0"/>
              <a:t>Not enough evidence to support </a:t>
            </a:r>
            <a:r>
              <a:rPr lang="en-US" sz="1400" b="1" dirty="0"/>
              <a:t>full replacement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B4B492-2C52-09B8-5219-D1A5FE52E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9640" y="4079193"/>
            <a:ext cx="3524327" cy="217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039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83192-F2EF-9AFC-C72E-8ACED1743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4800" b="1">
                <a:solidFill>
                  <a:srgbClr val="FFFFFF"/>
                </a:solidFill>
              </a:rPr>
              <a:t>Adopt Model B Selectively Based on Business Line</a:t>
            </a:r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430D3-E4AD-4ACA-1570-318E298CC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alpha val="80000"/>
                  </a:schemeClr>
                </a:solidFill>
              </a:rPr>
              <a:t>🔹 Personal Auto Claims</a:t>
            </a:r>
          </a:p>
          <a:p>
            <a:r>
              <a:rPr lang="en-US" sz="1600" b="1" dirty="0">
                <a:solidFill>
                  <a:schemeClr val="tx1">
                    <a:alpha val="80000"/>
                  </a:schemeClr>
                </a:solidFill>
              </a:rPr>
              <a:t>Recommend adopting Model B</a:t>
            </a:r>
            <a:endParaRPr lang="en-US" sz="16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Meaningful reduction in error </a:t>
            </a:r>
          </a:p>
          <a:p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Improvement is </a:t>
            </a:r>
            <a:r>
              <a:rPr lang="en-US" sz="1600" b="1" dirty="0">
                <a:solidFill>
                  <a:schemeClr val="tx1">
                    <a:alpha val="80000"/>
                  </a:schemeClr>
                </a:solidFill>
              </a:rPr>
              <a:t>statistically reliable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 </a:t>
            </a:r>
          </a:p>
          <a:p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Low risk of performance degradation </a:t>
            </a:r>
          </a:p>
          <a:p>
            <a:pPr marL="0" indent="0">
              <a:buNone/>
            </a:pPr>
            <a:br>
              <a:rPr lang="en-US" sz="1600" dirty="0">
                <a:solidFill>
                  <a:schemeClr val="tx1">
                    <a:alpha val="80000"/>
                  </a:schemeClr>
                </a:solidFill>
              </a:rPr>
            </a:br>
            <a:endParaRPr lang="en-US" sz="16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>
                    <a:alpha val="80000"/>
                  </a:schemeClr>
                </a:solidFill>
              </a:rPr>
              <a:t>🔹 Commercial Property Claims</a:t>
            </a:r>
          </a:p>
          <a:p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600" b="1" dirty="0">
                <a:solidFill>
                  <a:schemeClr val="tx1">
                    <a:alpha val="80000"/>
                  </a:schemeClr>
                </a:solidFill>
              </a:rPr>
              <a:t>Do not recommend full replacement</a:t>
            </a:r>
            <a:endParaRPr lang="en-US" sz="16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Larger average improvement, but </a:t>
            </a:r>
          </a:p>
          <a:p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Improvement is </a:t>
            </a:r>
            <a:r>
              <a:rPr lang="en-US" sz="1600" b="1" dirty="0">
                <a:solidFill>
                  <a:schemeClr val="tx1">
                    <a:alpha val="80000"/>
                  </a:schemeClr>
                </a:solidFill>
              </a:rPr>
              <a:t>not statistically reliable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 </a:t>
            </a:r>
          </a:p>
          <a:p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Risk of worse performance remains </a:t>
            </a:r>
          </a:p>
          <a:p>
            <a:pPr marL="0" indent="0">
              <a:buNone/>
            </a:pPr>
            <a:br>
              <a:rPr lang="en-US" sz="1600" dirty="0">
                <a:solidFill>
                  <a:schemeClr val="tx1">
                    <a:alpha val="80000"/>
                  </a:schemeClr>
                </a:solidFill>
              </a:rPr>
            </a:br>
            <a:endParaRPr lang="en-US" sz="16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>
                    <a:alpha val="80000"/>
                  </a:schemeClr>
                </a:solidFill>
              </a:rPr>
              <a:t>🔹 Final Recommendation</a:t>
            </a:r>
          </a:p>
          <a:p>
            <a:r>
              <a:rPr lang="en-US" sz="1600" b="1" dirty="0">
                <a:solidFill>
                  <a:schemeClr val="tx1">
                    <a:alpha val="80000"/>
                  </a:schemeClr>
                </a:solidFill>
              </a:rPr>
              <a:t>Deploy Model B for personal auto only</a:t>
            </a:r>
            <a:br>
              <a:rPr lang="en-US" sz="1600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en-US" sz="1600" b="1" dirty="0">
                <a:solidFill>
                  <a:schemeClr val="tx1">
                    <a:alpha val="80000"/>
                  </a:schemeClr>
                </a:solidFill>
              </a:rPr>
              <a:t>Conduct further validation before adopting for commercial property</a:t>
            </a:r>
            <a:endParaRPr lang="en-US" sz="1600" dirty="0">
              <a:solidFill>
                <a:schemeClr val="tx1">
                  <a:alpha val="80000"/>
                </a:schemeClr>
              </a:solidFill>
            </a:endParaRPr>
          </a:p>
          <a:p>
            <a:endParaRPr lang="en-US" sz="16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96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337</TotalTime>
  <Words>1241</Words>
  <Application>Microsoft Office PowerPoint</Application>
  <PresentationFormat>Widescreen</PresentationFormat>
  <Paragraphs>127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Cambria Math</vt:lpstr>
      <vt:lpstr>Office Theme</vt:lpstr>
      <vt:lpstr>Should We Upgrade Our Claim Severity Model</vt:lpstr>
      <vt:lpstr>Business Problem – Claim Severity Model Upgrade</vt:lpstr>
      <vt:lpstr>Evaluation Framework</vt:lpstr>
      <vt:lpstr>Analytical Approach</vt:lpstr>
      <vt:lpstr>Model Performance Evaluation Using Personal Auto Claim Dataset</vt:lpstr>
      <vt:lpstr>Model Behavior &amp; Diagnostic Insights </vt:lpstr>
      <vt:lpstr>Model B Delivers Meaningful and Consistent Improvement</vt:lpstr>
      <vt:lpstr>Model Performance Evaluation Using Commercial Property Claim Dataset</vt:lpstr>
      <vt:lpstr>Model Behavior – Commercial Property Claims</vt:lpstr>
      <vt:lpstr>Model B Shows Improvement but with High Uncertainty</vt:lpstr>
      <vt:lpstr>Adopt Model B Selectively Based on Business 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Helen Corbat</dc:creator>
  <cp:lastModifiedBy>Helen Corbat</cp:lastModifiedBy>
  <cp:revision>1</cp:revision>
  <dcterms:created xsi:type="dcterms:W3CDTF">2026-04-15T13:37:14Z</dcterms:created>
  <dcterms:modified xsi:type="dcterms:W3CDTF">2026-05-02T00:20:33Z</dcterms:modified>
</cp:coreProperties>
</file>